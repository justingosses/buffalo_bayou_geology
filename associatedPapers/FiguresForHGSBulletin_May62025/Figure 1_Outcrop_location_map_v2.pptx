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05A05-0937-48CD-BA00-48D6CAE52C8D}" v="11" dt="2025-05-14T01:15:25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67" autoAdjust="0"/>
  </p:normalViewPr>
  <p:slideViewPr>
    <p:cSldViewPr snapToGrid="0">
      <p:cViewPr>
        <p:scale>
          <a:sx n="110" d="100"/>
          <a:sy n="110" d="100"/>
        </p:scale>
        <p:origin x="294" y="-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Wachtman" userId="a40d4fdd12f5cec5" providerId="LiveId" clId="{1FC05A05-0937-48CD-BA00-48D6CAE52C8D}"/>
    <pc:docChg chg="custSel modSld">
      <pc:chgData name="Richard Wachtman" userId="a40d4fdd12f5cec5" providerId="LiveId" clId="{1FC05A05-0937-48CD-BA00-48D6CAE52C8D}" dt="2025-05-14T01:16:23.282" v="120" actId="1038"/>
      <pc:docMkLst>
        <pc:docMk/>
      </pc:docMkLst>
      <pc:sldChg chg="addSp delSp modSp mod">
        <pc:chgData name="Richard Wachtman" userId="a40d4fdd12f5cec5" providerId="LiveId" clId="{1FC05A05-0937-48CD-BA00-48D6CAE52C8D}" dt="2025-05-14T01:16:23.282" v="120" actId="1038"/>
        <pc:sldMkLst>
          <pc:docMk/>
          <pc:sldMk cId="517663157" sldId="257"/>
        </pc:sldMkLst>
        <pc:spChg chg="add mod">
          <ac:chgData name="Richard Wachtman" userId="a40d4fdd12f5cec5" providerId="LiveId" clId="{1FC05A05-0937-48CD-BA00-48D6CAE52C8D}" dt="2025-05-14T01:15:25.579" v="103" actId="164"/>
          <ac:spMkLst>
            <pc:docMk/>
            <pc:sldMk cId="517663157" sldId="257"/>
            <ac:spMk id="23" creationId="{F9847CD1-596A-A50D-DDDF-20EF88E1EE74}"/>
          </ac:spMkLst>
        </pc:spChg>
        <pc:spChg chg="add mod">
          <ac:chgData name="Richard Wachtman" userId="a40d4fdd12f5cec5" providerId="LiveId" clId="{1FC05A05-0937-48CD-BA00-48D6CAE52C8D}" dt="2025-05-14T01:10:40.945" v="16" actId="164"/>
          <ac:spMkLst>
            <pc:docMk/>
            <pc:sldMk cId="517663157" sldId="257"/>
            <ac:spMk id="62" creationId="{468BD0BC-414B-38AE-DC72-FC4D3A25F128}"/>
          </ac:spMkLst>
        </pc:spChg>
        <pc:spChg chg="add mod">
          <ac:chgData name="Richard Wachtman" userId="a40d4fdd12f5cec5" providerId="LiveId" clId="{1FC05A05-0937-48CD-BA00-48D6CAE52C8D}" dt="2025-05-14T01:16:23.282" v="120" actId="1038"/>
          <ac:spMkLst>
            <pc:docMk/>
            <pc:sldMk cId="517663157" sldId="257"/>
            <ac:spMk id="64" creationId="{859BF2D0-5943-F962-A522-B36C4ABD9E39}"/>
          </ac:spMkLst>
        </pc:spChg>
        <pc:spChg chg="add del mod">
          <ac:chgData name="Richard Wachtman" userId="a40d4fdd12f5cec5" providerId="LiveId" clId="{1FC05A05-0937-48CD-BA00-48D6CAE52C8D}" dt="2025-05-14T01:11:34.766" v="30"/>
          <ac:spMkLst>
            <pc:docMk/>
            <pc:sldMk cId="517663157" sldId="257"/>
            <ac:spMk id="65" creationId="{14012FBF-2486-8265-0DA8-D0C2DC4A06BD}"/>
          </ac:spMkLst>
        </pc:spChg>
        <pc:spChg chg="add del mod">
          <ac:chgData name="Richard Wachtman" userId="a40d4fdd12f5cec5" providerId="LiveId" clId="{1FC05A05-0937-48CD-BA00-48D6CAE52C8D}" dt="2025-05-14T01:13:28.782" v="45" actId="478"/>
          <ac:spMkLst>
            <pc:docMk/>
            <pc:sldMk cId="517663157" sldId="257"/>
            <ac:spMk id="66" creationId="{6A6EC35D-D509-81BA-1C7B-623A952CF2FA}"/>
          </ac:spMkLst>
        </pc:spChg>
        <pc:spChg chg="add mod">
          <ac:chgData name="Richard Wachtman" userId="a40d4fdd12f5cec5" providerId="LiveId" clId="{1FC05A05-0937-48CD-BA00-48D6CAE52C8D}" dt="2025-05-14T01:14:23.853" v="88" actId="1038"/>
          <ac:spMkLst>
            <pc:docMk/>
            <pc:sldMk cId="517663157" sldId="257"/>
            <ac:spMk id="67" creationId="{B63044A0-3756-5D3F-3435-7AE020FDE8A4}"/>
          </ac:spMkLst>
        </pc:spChg>
        <pc:spChg chg="add mod">
          <ac:chgData name="Richard Wachtman" userId="a40d4fdd12f5cec5" providerId="LiveId" clId="{1FC05A05-0937-48CD-BA00-48D6CAE52C8D}" dt="2025-05-14T01:15:05.766" v="100" actId="164"/>
          <ac:spMkLst>
            <pc:docMk/>
            <pc:sldMk cId="517663157" sldId="257"/>
            <ac:spMk id="69" creationId="{3A7E3ACF-3503-6507-FA18-1D7B376B7569}"/>
          </ac:spMkLst>
        </pc:spChg>
        <pc:grpChg chg="mod">
          <ac:chgData name="Richard Wachtman" userId="a40d4fdd12f5cec5" providerId="LiveId" clId="{1FC05A05-0937-48CD-BA00-48D6CAE52C8D}" dt="2025-05-14T01:15:44.847" v="107" actId="1076"/>
          <ac:grpSpMkLst>
            <pc:docMk/>
            <pc:sldMk cId="517663157" sldId="257"/>
            <ac:grpSpMk id="55" creationId="{6A11E635-4773-A713-D8D4-B494423DE996}"/>
          </ac:grpSpMkLst>
        </pc:grpChg>
        <pc:grpChg chg="add del mod">
          <ac:chgData name="Richard Wachtman" userId="a40d4fdd12f5cec5" providerId="LiveId" clId="{1FC05A05-0937-48CD-BA00-48D6CAE52C8D}" dt="2025-05-14T01:13:26.066" v="44" actId="478"/>
          <ac:grpSpMkLst>
            <pc:docMk/>
            <pc:sldMk cId="517663157" sldId="257"/>
            <ac:grpSpMk id="63" creationId="{4BB3CBB0-B7BA-DEE3-9A1B-F3B7E4B942B0}"/>
          </ac:grpSpMkLst>
        </pc:grpChg>
        <pc:grpChg chg="add mod">
          <ac:chgData name="Richard Wachtman" userId="a40d4fdd12f5cec5" providerId="LiveId" clId="{1FC05A05-0937-48CD-BA00-48D6CAE52C8D}" dt="2025-05-14T01:15:05.766" v="100" actId="164"/>
          <ac:grpSpMkLst>
            <pc:docMk/>
            <pc:sldMk cId="517663157" sldId="257"/>
            <ac:grpSpMk id="68" creationId="{DB85D711-9A67-A507-872C-F0CF283644FB}"/>
          </ac:grpSpMkLst>
        </pc:grpChg>
        <pc:grpChg chg="add mod">
          <ac:chgData name="Richard Wachtman" userId="a40d4fdd12f5cec5" providerId="LiveId" clId="{1FC05A05-0937-48CD-BA00-48D6CAE52C8D}" dt="2025-05-14T01:15:37.471" v="105" actId="1076"/>
          <ac:grpSpMkLst>
            <pc:docMk/>
            <pc:sldMk cId="517663157" sldId="257"/>
            <ac:grpSpMk id="70" creationId="{2F9CA6C5-E25A-B1B8-BBD2-393CF6EF0765}"/>
          </ac:grpSpMkLst>
        </pc:grpChg>
        <pc:grpChg chg="add mod">
          <ac:chgData name="Richard Wachtman" userId="a40d4fdd12f5cec5" providerId="LiveId" clId="{1FC05A05-0937-48CD-BA00-48D6CAE52C8D}" dt="2025-05-14T01:15:41.914" v="106" actId="1076"/>
          <ac:grpSpMkLst>
            <pc:docMk/>
            <pc:sldMk cId="517663157" sldId="257"/>
            <ac:grpSpMk id="71" creationId="{B2533550-43A8-5CF5-DE50-1EAC6AA9F81D}"/>
          </ac:grpSpMkLst>
        </pc:grpChg>
        <pc:picChg chg="add del mod">
          <ac:chgData name="Richard Wachtman" userId="a40d4fdd12f5cec5" providerId="LiveId" clId="{1FC05A05-0937-48CD-BA00-48D6CAE52C8D}" dt="2025-05-14T01:10:43.387" v="17" actId="478"/>
          <ac:picMkLst>
            <pc:docMk/>
            <pc:sldMk cId="517663157" sldId="257"/>
            <ac:picMk id="44" creationId="{C431A030-39F0-0368-5E0F-B6CDC910DB83}"/>
          </ac:picMkLst>
        </pc:picChg>
        <pc:picChg chg="add mod">
          <ac:chgData name="Richard Wachtman" userId="a40d4fdd12f5cec5" providerId="LiveId" clId="{1FC05A05-0937-48CD-BA00-48D6CAE52C8D}" dt="2025-05-14T01:10:40.945" v="16" actId="164"/>
          <ac:picMkLst>
            <pc:docMk/>
            <pc:sldMk cId="517663157" sldId="257"/>
            <ac:picMk id="50" creationId="{0BCB2846-3417-5CFE-C5C5-9966322814F5}"/>
          </ac:picMkLst>
        </pc:picChg>
        <pc:cxnChg chg="add mod">
          <ac:chgData name="Richard Wachtman" userId="a40d4fdd12f5cec5" providerId="LiveId" clId="{1FC05A05-0937-48CD-BA00-48D6CAE52C8D}" dt="2025-05-14T01:15:25.579" v="103" actId="164"/>
          <ac:cxnSpMkLst>
            <pc:docMk/>
            <pc:sldMk cId="517663157" sldId="257"/>
            <ac:cxnSpMk id="19" creationId="{3B443097-8D42-7972-1CAD-C127B4C5F63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2DCDF-44C9-4303-87DD-77CED25ADEA1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153F6-ACAE-4D82-B128-855E90EB8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76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153F6-ACAE-4D82-B128-855E90EB8A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61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AD81-CB47-0F0E-6988-A52F1EE82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C5C6A-979D-0885-B71E-0FB4140DB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11D40-BFC3-EDB5-FF85-F1AED35F5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EBE7-7A23-4763-BA72-CE5707DA4E0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E7B1B-D865-6FEF-018C-E64077F3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D9904-DDDA-65DD-5846-D45260F9E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3351-442B-414A-9AF0-5AA178E2F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55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369DD-39EF-5484-BEFC-C95F5D3C7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27A3-D04D-FBD3-6B97-426481A9D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C0DAD-8237-38EB-229D-BAFD7BD32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EBE7-7A23-4763-BA72-CE5707DA4E0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D91D2-0C2D-22DD-064F-C89D96B8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9FB25-5C83-C5C3-4043-84E00FA3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3351-442B-414A-9AF0-5AA178E2F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0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1476-C4D6-1C23-C179-2DFA045E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DF66C-3413-05BE-6BDE-7F6285460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78596-6E70-7616-F145-0B4F4990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EBE7-7A23-4763-BA72-CE5707DA4E0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2D7F9-EB94-D74B-6DCD-A4A81F30F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0927E-AC0C-97D0-C30A-17973D5B3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3351-442B-414A-9AF0-5AA178E2F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52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B4F7-FB65-AE93-33A9-A22A7B3E7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6C1C0-5406-2E35-B569-D8F5816A5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28D79-D0C2-3978-D8FB-45034A6D6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EA7B2-6C4D-2BD3-E091-261A88F3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EBE7-7A23-4763-BA72-CE5707DA4E0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B5C0C-D0BD-539F-1D53-794576DC7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8D38A-CE47-BC4E-4027-C901B66DA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3351-442B-414A-9AF0-5AA178E2F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4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3D72F-7601-1D07-FFD6-E86B4F6E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B876D-BE71-6744-195E-B567B394B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8BC65-B469-31D4-B8A7-2CE1DBA68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7618B5-23F3-4F5F-248E-4CD449578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67C87-9F9A-C9BC-D3D1-8A93073B8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DFEC9-72AA-3C96-C3C8-3FF87586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EBE7-7A23-4763-BA72-CE5707DA4E0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676540-3DB1-37A8-FE61-699E4CCD4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DA00A0-D732-918C-46A0-1C80EE33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3351-442B-414A-9AF0-5AA178E2F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3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3B97-069D-5EDF-D7C5-81A70108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670902-7CC4-32B9-FDA1-70B9D0B2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EBE7-7A23-4763-BA72-CE5707DA4E0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DDC91-4971-B4D1-6EA3-98389A96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A1C02-ED21-EF2E-3ECC-057F4D38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3351-442B-414A-9AF0-5AA178E2F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54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C4380-3C93-CCDB-ED44-E7CB5E0D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EBE7-7A23-4763-BA72-CE5707DA4E0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EB739C-6A5E-8ADD-6BDF-95A1B9BA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E1392-F67D-CB0E-9BB7-E731435E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3351-442B-414A-9AF0-5AA178E2F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3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5FBF-2A91-6D04-37FE-E13BD184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2CD65-E2F2-B0AD-8548-E0CB716A0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0B1F7-3DB8-7C17-3294-3E1CDE235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37271-4453-122E-AD15-DCB34031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EBE7-7A23-4763-BA72-CE5707DA4E0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CC7DD-F7B1-B73C-152F-EC4E2F9A4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21AE2-48C7-AEC7-2E84-AB0B29E0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3351-442B-414A-9AF0-5AA178E2F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0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38CDE-D12D-1790-1CF5-38D8C02D2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E9FC9-1202-6EFB-4396-B297FFBC4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2A74D-4144-D632-06F9-64D2BD4F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B0CC3-C37A-5CDF-0AD1-30525840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EBE7-7A23-4763-BA72-CE5707DA4E0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92F43-0B14-6BD9-BA94-49355A4EC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614DC-C093-9A5B-3055-58407D46E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3351-442B-414A-9AF0-5AA178E2F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45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25D25-2371-7BF6-B929-42A886AC2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91A83-ACE5-3CFE-5E89-55927235F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1888F-6FA2-BF8C-3611-BD2A86218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EBE7-7A23-4763-BA72-CE5707DA4E0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4F6B2-8358-C43E-DED5-9AB21574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0530-7496-889D-E8D1-6038818F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3351-442B-414A-9AF0-5AA178E2F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0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266AA0-D581-DFCA-D961-D0F88BD60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33930-F875-8F81-0C7C-669898C3A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5F2D8-5BEB-3E5F-EAF6-8186DA8D7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AEBE7-7A23-4763-BA72-CE5707DA4E0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B739C-0CD4-827E-3835-45671132D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9C40F-D367-D5F8-2B89-6552B44B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3351-442B-414A-9AF0-5AA178E2F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7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EA9503-A084-CC47-7C73-65753151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A5AFD-B0E6-09E7-192F-3B210F8DE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B0E43-CEFF-CA63-19C7-2D2D753BE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AEBE7-7A23-4763-BA72-CE5707DA4E0A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66550-6656-EE6D-D1A2-C9900C73E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D67D0-6460-EEE7-12F2-36F7EC22FE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93351-442B-414A-9AF0-5AA178E2F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7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FA37-7F79-F1B6-05E4-AC0741501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0BB9055-D8B1-FE59-F630-9C9569298DE2}"/>
              </a:ext>
            </a:extLst>
          </p:cNvPr>
          <p:cNvSpPr/>
          <p:nvPr/>
        </p:nvSpPr>
        <p:spPr>
          <a:xfrm>
            <a:off x="1415332" y="1637969"/>
            <a:ext cx="341906" cy="3808674"/>
          </a:xfrm>
          <a:custGeom>
            <a:avLst/>
            <a:gdLst>
              <a:gd name="connsiteX0" fmla="*/ 0 w 341906"/>
              <a:gd name="connsiteY0" fmla="*/ 0 h 3808674"/>
              <a:gd name="connsiteX1" fmla="*/ 0 w 341906"/>
              <a:gd name="connsiteY1" fmla="*/ 0 h 3808674"/>
              <a:gd name="connsiteX2" fmla="*/ 7951 w 341906"/>
              <a:gd name="connsiteY2" fmla="*/ 413468 h 3808674"/>
              <a:gd name="connsiteX3" fmla="*/ 15903 w 341906"/>
              <a:gd name="connsiteY3" fmla="*/ 993913 h 3808674"/>
              <a:gd name="connsiteX4" fmla="*/ 15903 w 341906"/>
              <a:gd name="connsiteY4" fmla="*/ 1431234 h 3808674"/>
              <a:gd name="connsiteX5" fmla="*/ 95416 w 341906"/>
              <a:gd name="connsiteY5" fmla="*/ 1701579 h 3808674"/>
              <a:gd name="connsiteX6" fmla="*/ 254442 w 341906"/>
              <a:gd name="connsiteY6" fmla="*/ 1900361 h 3808674"/>
              <a:gd name="connsiteX7" fmla="*/ 310101 w 341906"/>
              <a:gd name="connsiteY7" fmla="*/ 1971923 h 3808674"/>
              <a:gd name="connsiteX8" fmla="*/ 318052 w 341906"/>
              <a:gd name="connsiteY8" fmla="*/ 2472855 h 3808674"/>
              <a:gd name="connsiteX9" fmla="*/ 326004 w 341906"/>
              <a:gd name="connsiteY9" fmla="*/ 2997641 h 3808674"/>
              <a:gd name="connsiteX10" fmla="*/ 341906 w 341906"/>
              <a:gd name="connsiteY10" fmla="*/ 3546281 h 3808674"/>
              <a:gd name="connsiteX11" fmla="*/ 333955 w 341906"/>
              <a:gd name="connsiteY11" fmla="*/ 3808674 h 3808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1906" h="3808674">
                <a:moveTo>
                  <a:pt x="0" y="0"/>
                </a:moveTo>
                <a:lnTo>
                  <a:pt x="0" y="0"/>
                </a:lnTo>
                <a:lnTo>
                  <a:pt x="7951" y="413468"/>
                </a:lnTo>
                <a:lnTo>
                  <a:pt x="15903" y="993913"/>
                </a:lnTo>
                <a:lnTo>
                  <a:pt x="15903" y="1431234"/>
                </a:lnTo>
                <a:lnTo>
                  <a:pt x="95416" y="1701579"/>
                </a:lnTo>
                <a:lnTo>
                  <a:pt x="254442" y="1900361"/>
                </a:lnTo>
                <a:lnTo>
                  <a:pt x="310101" y="1971923"/>
                </a:lnTo>
                <a:lnTo>
                  <a:pt x="318052" y="2472855"/>
                </a:lnTo>
                <a:lnTo>
                  <a:pt x="326004" y="2997641"/>
                </a:lnTo>
                <a:lnTo>
                  <a:pt x="341906" y="3546281"/>
                </a:lnTo>
                <a:lnTo>
                  <a:pt x="333955" y="3808674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D5D90A5-35A3-B040-5BB0-4622DE0B72B0}"/>
              </a:ext>
            </a:extLst>
          </p:cNvPr>
          <p:cNvSpPr/>
          <p:nvPr/>
        </p:nvSpPr>
        <p:spPr>
          <a:xfrm>
            <a:off x="973289" y="2043485"/>
            <a:ext cx="10333466" cy="572494"/>
          </a:xfrm>
          <a:custGeom>
            <a:avLst/>
            <a:gdLst>
              <a:gd name="connsiteX0" fmla="*/ 0 w 10304891"/>
              <a:gd name="connsiteY0" fmla="*/ 0 h 572494"/>
              <a:gd name="connsiteX1" fmla="*/ 779228 w 10304891"/>
              <a:gd name="connsiteY1" fmla="*/ 15903 h 572494"/>
              <a:gd name="connsiteX2" fmla="*/ 2480807 w 10304891"/>
              <a:gd name="connsiteY2" fmla="*/ 23854 h 572494"/>
              <a:gd name="connsiteX3" fmla="*/ 4715124 w 10304891"/>
              <a:gd name="connsiteY3" fmla="*/ 39757 h 572494"/>
              <a:gd name="connsiteX4" fmla="*/ 5518206 w 10304891"/>
              <a:gd name="connsiteY4" fmla="*/ 63611 h 572494"/>
              <a:gd name="connsiteX5" fmla="*/ 5613621 w 10304891"/>
              <a:gd name="connsiteY5" fmla="*/ 63611 h 572494"/>
              <a:gd name="connsiteX6" fmla="*/ 5828306 w 10304891"/>
              <a:gd name="connsiteY6" fmla="*/ 55659 h 572494"/>
              <a:gd name="connsiteX7" fmla="*/ 5939625 w 10304891"/>
              <a:gd name="connsiteY7" fmla="*/ 39757 h 572494"/>
              <a:gd name="connsiteX8" fmla="*/ 6734755 w 10304891"/>
              <a:gd name="connsiteY8" fmla="*/ 55659 h 572494"/>
              <a:gd name="connsiteX9" fmla="*/ 7028953 w 10304891"/>
              <a:gd name="connsiteY9" fmla="*/ 230588 h 572494"/>
              <a:gd name="connsiteX10" fmla="*/ 7211833 w 10304891"/>
              <a:gd name="connsiteY10" fmla="*/ 397565 h 572494"/>
              <a:gd name="connsiteX11" fmla="*/ 7394713 w 10304891"/>
              <a:gd name="connsiteY11" fmla="*/ 405517 h 572494"/>
              <a:gd name="connsiteX12" fmla="*/ 7673009 w 10304891"/>
              <a:gd name="connsiteY12" fmla="*/ 405517 h 572494"/>
              <a:gd name="connsiteX13" fmla="*/ 8285259 w 10304891"/>
              <a:gd name="connsiteY13" fmla="*/ 469127 h 572494"/>
              <a:gd name="connsiteX14" fmla="*/ 8388626 w 10304891"/>
              <a:gd name="connsiteY14" fmla="*/ 485030 h 572494"/>
              <a:gd name="connsiteX15" fmla="*/ 8977023 w 10304891"/>
              <a:gd name="connsiteY15" fmla="*/ 540689 h 572494"/>
              <a:gd name="connsiteX16" fmla="*/ 9700592 w 10304891"/>
              <a:gd name="connsiteY16" fmla="*/ 500932 h 572494"/>
              <a:gd name="connsiteX17" fmla="*/ 10066352 w 10304891"/>
              <a:gd name="connsiteY17" fmla="*/ 532738 h 572494"/>
              <a:gd name="connsiteX18" fmla="*/ 10145865 w 10304891"/>
              <a:gd name="connsiteY18" fmla="*/ 532738 h 572494"/>
              <a:gd name="connsiteX19" fmla="*/ 10304891 w 10304891"/>
              <a:gd name="connsiteY19" fmla="*/ 572494 h 572494"/>
              <a:gd name="connsiteX0" fmla="*/ 0 w 10333466"/>
              <a:gd name="connsiteY0" fmla="*/ 0 h 572494"/>
              <a:gd name="connsiteX1" fmla="*/ 807803 w 10333466"/>
              <a:gd name="connsiteY1" fmla="*/ 15903 h 572494"/>
              <a:gd name="connsiteX2" fmla="*/ 2509382 w 10333466"/>
              <a:gd name="connsiteY2" fmla="*/ 23854 h 572494"/>
              <a:gd name="connsiteX3" fmla="*/ 4743699 w 10333466"/>
              <a:gd name="connsiteY3" fmla="*/ 39757 h 572494"/>
              <a:gd name="connsiteX4" fmla="*/ 5546781 w 10333466"/>
              <a:gd name="connsiteY4" fmla="*/ 63611 h 572494"/>
              <a:gd name="connsiteX5" fmla="*/ 5642196 w 10333466"/>
              <a:gd name="connsiteY5" fmla="*/ 63611 h 572494"/>
              <a:gd name="connsiteX6" fmla="*/ 5856881 w 10333466"/>
              <a:gd name="connsiteY6" fmla="*/ 55659 h 572494"/>
              <a:gd name="connsiteX7" fmla="*/ 5968200 w 10333466"/>
              <a:gd name="connsiteY7" fmla="*/ 39757 h 572494"/>
              <a:gd name="connsiteX8" fmla="*/ 6763330 w 10333466"/>
              <a:gd name="connsiteY8" fmla="*/ 55659 h 572494"/>
              <a:gd name="connsiteX9" fmla="*/ 7057528 w 10333466"/>
              <a:gd name="connsiteY9" fmla="*/ 230588 h 572494"/>
              <a:gd name="connsiteX10" fmla="*/ 7240408 w 10333466"/>
              <a:gd name="connsiteY10" fmla="*/ 397565 h 572494"/>
              <a:gd name="connsiteX11" fmla="*/ 7423288 w 10333466"/>
              <a:gd name="connsiteY11" fmla="*/ 405517 h 572494"/>
              <a:gd name="connsiteX12" fmla="*/ 7701584 w 10333466"/>
              <a:gd name="connsiteY12" fmla="*/ 405517 h 572494"/>
              <a:gd name="connsiteX13" fmla="*/ 8313834 w 10333466"/>
              <a:gd name="connsiteY13" fmla="*/ 469127 h 572494"/>
              <a:gd name="connsiteX14" fmla="*/ 8417201 w 10333466"/>
              <a:gd name="connsiteY14" fmla="*/ 485030 h 572494"/>
              <a:gd name="connsiteX15" fmla="*/ 9005598 w 10333466"/>
              <a:gd name="connsiteY15" fmla="*/ 540689 h 572494"/>
              <a:gd name="connsiteX16" fmla="*/ 9729167 w 10333466"/>
              <a:gd name="connsiteY16" fmla="*/ 500932 h 572494"/>
              <a:gd name="connsiteX17" fmla="*/ 10094927 w 10333466"/>
              <a:gd name="connsiteY17" fmla="*/ 532738 h 572494"/>
              <a:gd name="connsiteX18" fmla="*/ 10174440 w 10333466"/>
              <a:gd name="connsiteY18" fmla="*/ 532738 h 572494"/>
              <a:gd name="connsiteX19" fmla="*/ 10333466 w 10333466"/>
              <a:gd name="connsiteY19" fmla="*/ 572494 h 572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333466" h="572494">
                <a:moveTo>
                  <a:pt x="0" y="0"/>
                </a:moveTo>
                <a:lnTo>
                  <a:pt x="807803" y="15903"/>
                </a:lnTo>
                <a:lnTo>
                  <a:pt x="2509382" y="23854"/>
                </a:lnTo>
                <a:lnTo>
                  <a:pt x="4743699" y="39757"/>
                </a:lnTo>
                <a:lnTo>
                  <a:pt x="5546781" y="63611"/>
                </a:lnTo>
                <a:lnTo>
                  <a:pt x="5642196" y="63611"/>
                </a:lnTo>
                <a:lnTo>
                  <a:pt x="5856881" y="55659"/>
                </a:lnTo>
                <a:cubicBezTo>
                  <a:pt x="5946790" y="37678"/>
                  <a:pt x="5909365" y="39757"/>
                  <a:pt x="5968200" y="39757"/>
                </a:cubicBezTo>
                <a:lnTo>
                  <a:pt x="6763330" y="55659"/>
                </a:lnTo>
                <a:lnTo>
                  <a:pt x="7057528" y="230588"/>
                </a:lnTo>
                <a:lnTo>
                  <a:pt x="7240408" y="397565"/>
                </a:lnTo>
                <a:lnTo>
                  <a:pt x="7423288" y="405517"/>
                </a:lnTo>
                <a:lnTo>
                  <a:pt x="7701584" y="405517"/>
                </a:lnTo>
                <a:lnTo>
                  <a:pt x="8313834" y="469127"/>
                </a:lnTo>
                <a:lnTo>
                  <a:pt x="8417201" y="485030"/>
                </a:lnTo>
                <a:lnTo>
                  <a:pt x="9005598" y="540689"/>
                </a:lnTo>
                <a:lnTo>
                  <a:pt x="9729167" y="500932"/>
                </a:lnTo>
                <a:lnTo>
                  <a:pt x="10094927" y="532738"/>
                </a:lnTo>
                <a:lnTo>
                  <a:pt x="10174440" y="532738"/>
                </a:lnTo>
                <a:lnTo>
                  <a:pt x="10333466" y="572494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0332156-BF8E-998A-9B04-B6045B375F76}"/>
              </a:ext>
            </a:extLst>
          </p:cNvPr>
          <p:cNvSpPr/>
          <p:nvPr/>
        </p:nvSpPr>
        <p:spPr>
          <a:xfrm>
            <a:off x="7768424" y="1661823"/>
            <a:ext cx="437322" cy="3784820"/>
          </a:xfrm>
          <a:custGeom>
            <a:avLst/>
            <a:gdLst>
              <a:gd name="connsiteX0" fmla="*/ 437322 w 437322"/>
              <a:gd name="connsiteY0" fmla="*/ 0 h 3784820"/>
              <a:gd name="connsiteX1" fmla="*/ 437322 w 437322"/>
              <a:gd name="connsiteY1" fmla="*/ 381662 h 3784820"/>
              <a:gd name="connsiteX2" fmla="*/ 397566 w 437322"/>
              <a:gd name="connsiteY2" fmla="*/ 604299 h 3784820"/>
              <a:gd name="connsiteX3" fmla="*/ 302150 w 437322"/>
              <a:gd name="connsiteY3" fmla="*/ 715617 h 3784820"/>
              <a:gd name="connsiteX4" fmla="*/ 198783 w 437322"/>
              <a:gd name="connsiteY4" fmla="*/ 866692 h 3784820"/>
              <a:gd name="connsiteX5" fmla="*/ 198783 w 437322"/>
              <a:gd name="connsiteY5" fmla="*/ 1383527 h 3784820"/>
              <a:gd name="connsiteX6" fmla="*/ 198783 w 437322"/>
              <a:gd name="connsiteY6" fmla="*/ 1892410 h 3784820"/>
              <a:gd name="connsiteX7" fmla="*/ 206734 w 437322"/>
              <a:gd name="connsiteY7" fmla="*/ 2313829 h 3784820"/>
              <a:gd name="connsiteX8" fmla="*/ 230588 w 437322"/>
              <a:gd name="connsiteY8" fmla="*/ 2536466 h 3784820"/>
              <a:gd name="connsiteX9" fmla="*/ 174929 w 437322"/>
              <a:gd name="connsiteY9" fmla="*/ 3029447 h 3784820"/>
              <a:gd name="connsiteX10" fmla="*/ 166978 w 437322"/>
              <a:gd name="connsiteY10" fmla="*/ 3101008 h 3784820"/>
              <a:gd name="connsiteX11" fmla="*/ 95416 w 437322"/>
              <a:gd name="connsiteY11" fmla="*/ 3434963 h 3784820"/>
              <a:gd name="connsiteX12" fmla="*/ 79513 w 437322"/>
              <a:gd name="connsiteY12" fmla="*/ 3506525 h 3784820"/>
              <a:gd name="connsiteX13" fmla="*/ 0 w 437322"/>
              <a:gd name="connsiteY13" fmla="*/ 3784820 h 378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7322" h="3784820">
                <a:moveTo>
                  <a:pt x="437322" y="0"/>
                </a:moveTo>
                <a:lnTo>
                  <a:pt x="437322" y="381662"/>
                </a:lnTo>
                <a:lnTo>
                  <a:pt x="397566" y="604299"/>
                </a:lnTo>
                <a:lnTo>
                  <a:pt x="302150" y="715617"/>
                </a:lnTo>
                <a:lnTo>
                  <a:pt x="198783" y="866692"/>
                </a:lnTo>
                <a:lnTo>
                  <a:pt x="198783" y="1383527"/>
                </a:lnTo>
                <a:lnTo>
                  <a:pt x="198783" y="1892410"/>
                </a:lnTo>
                <a:lnTo>
                  <a:pt x="206734" y="2313829"/>
                </a:lnTo>
                <a:lnTo>
                  <a:pt x="230588" y="2536466"/>
                </a:lnTo>
                <a:lnTo>
                  <a:pt x="174929" y="3029447"/>
                </a:lnTo>
                <a:lnTo>
                  <a:pt x="166978" y="3101008"/>
                </a:lnTo>
                <a:lnTo>
                  <a:pt x="95416" y="3434963"/>
                </a:lnTo>
                <a:lnTo>
                  <a:pt x="79513" y="3506525"/>
                </a:lnTo>
                <a:lnTo>
                  <a:pt x="0" y="3784820"/>
                </a:ln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20FCB4-6870-8983-D64E-98BD25C3A532}"/>
              </a:ext>
            </a:extLst>
          </p:cNvPr>
          <p:cNvSpPr/>
          <p:nvPr/>
        </p:nvSpPr>
        <p:spPr>
          <a:xfrm>
            <a:off x="973606" y="3598395"/>
            <a:ext cx="2901082" cy="1184116"/>
          </a:xfrm>
          <a:custGeom>
            <a:avLst/>
            <a:gdLst>
              <a:gd name="connsiteX0" fmla="*/ 0 w 2710308"/>
              <a:gd name="connsiteY0" fmla="*/ 23025 h 1016366"/>
              <a:gd name="connsiteX1" fmla="*/ 92098 w 2710308"/>
              <a:gd name="connsiteY1" fmla="*/ 49338 h 1016366"/>
              <a:gd name="connsiteX2" fmla="*/ 134857 w 2710308"/>
              <a:gd name="connsiteY2" fmla="*/ 49338 h 1016366"/>
              <a:gd name="connsiteX3" fmla="*/ 236823 w 2710308"/>
              <a:gd name="connsiteY3" fmla="*/ 52628 h 1016366"/>
              <a:gd name="connsiteX4" fmla="*/ 299318 w 2710308"/>
              <a:gd name="connsiteY4" fmla="*/ 42760 h 1016366"/>
              <a:gd name="connsiteX5" fmla="*/ 404572 w 2710308"/>
              <a:gd name="connsiteY5" fmla="*/ 42760 h 1016366"/>
              <a:gd name="connsiteX6" fmla="*/ 440754 w 2710308"/>
              <a:gd name="connsiteY6" fmla="*/ 39471 h 1016366"/>
              <a:gd name="connsiteX7" fmla="*/ 506538 w 2710308"/>
              <a:gd name="connsiteY7" fmla="*/ 29603 h 1016366"/>
              <a:gd name="connsiteX8" fmla="*/ 605214 w 2710308"/>
              <a:gd name="connsiteY8" fmla="*/ 26314 h 1016366"/>
              <a:gd name="connsiteX9" fmla="*/ 641395 w 2710308"/>
              <a:gd name="connsiteY9" fmla="*/ 19735 h 1016366"/>
              <a:gd name="connsiteX10" fmla="*/ 690734 w 2710308"/>
              <a:gd name="connsiteY10" fmla="*/ 3289 h 1016366"/>
              <a:gd name="connsiteX11" fmla="*/ 766385 w 2710308"/>
              <a:gd name="connsiteY11" fmla="*/ 0 h 1016366"/>
              <a:gd name="connsiteX12" fmla="*/ 812434 w 2710308"/>
              <a:gd name="connsiteY12" fmla="*/ 6579 h 1016366"/>
              <a:gd name="connsiteX13" fmla="*/ 842037 w 2710308"/>
              <a:gd name="connsiteY13" fmla="*/ 9868 h 1016366"/>
              <a:gd name="connsiteX14" fmla="*/ 874929 w 2710308"/>
              <a:gd name="connsiteY14" fmla="*/ 19735 h 1016366"/>
              <a:gd name="connsiteX15" fmla="*/ 894665 w 2710308"/>
              <a:gd name="connsiteY15" fmla="*/ 42760 h 1016366"/>
              <a:gd name="connsiteX16" fmla="*/ 894665 w 2710308"/>
              <a:gd name="connsiteY16" fmla="*/ 72363 h 1016366"/>
              <a:gd name="connsiteX17" fmla="*/ 897954 w 2710308"/>
              <a:gd name="connsiteY17" fmla="*/ 92098 h 1016366"/>
              <a:gd name="connsiteX18" fmla="*/ 953870 w 2710308"/>
              <a:gd name="connsiteY18" fmla="*/ 105255 h 1016366"/>
              <a:gd name="connsiteX19" fmla="*/ 980184 w 2710308"/>
              <a:gd name="connsiteY19" fmla="*/ 128279 h 1016366"/>
              <a:gd name="connsiteX20" fmla="*/ 957159 w 2710308"/>
              <a:gd name="connsiteY20" fmla="*/ 164461 h 1016366"/>
              <a:gd name="connsiteX21" fmla="*/ 957159 w 2710308"/>
              <a:gd name="connsiteY21" fmla="*/ 226956 h 1016366"/>
              <a:gd name="connsiteX22" fmla="*/ 976895 w 2710308"/>
              <a:gd name="connsiteY22" fmla="*/ 253269 h 1016366"/>
              <a:gd name="connsiteX23" fmla="*/ 1036100 w 2710308"/>
              <a:gd name="connsiteY23" fmla="*/ 220377 h 1016366"/>
              <a:gd name="connsiteX24" fmla="*/ 1068993 w 2710308"/>
              <a:gd name="connsiteY24" fmla="*/ 213799 h 1016366"/>
              <a:gd name="connsiteX25" fmla="*/ 1082149 w 2710308"/>
              <a:gd name="connsiteY25" fmla="*/ 210510 h 1016366"/>
              <a:gd name="connsiteX26" fmla="*/ 1095306 w 2710308"/>
              <a:gd name="connsiteY26" fmla="*/ 203931 h 1016366"/>
              <a:gd name="connsiteX27" fmla="*/ 1095306 w 2710308"/>
              <a:gd name="connsiteY27" fmla="*/ 203931 h 1016366"/>
              <a:gd name="connsiteX28" fmla="*/ 1085439 w 2710308"/>
              <a:gd name="connsiteY28" fmla="*/ 157882 h 1016366"/>
              <a:gd name="connsiteX29" fmla="*/ 1085439 w 2710308"/>
              <a:gd name="connsiteY29" fmla="*/ 157882 h 1016366"/>
              <a:gd name="connsiteX30" fmla="*/ 1124909 w 2710308"/>
              <a:gd name="connsiteY30" fmla="*/ 124990 h 1016366"/>
              <a:gd name="connsiteX31" fmla="*/ 1187404 w 2710308"/>
              <a:gd name="connsiteY31" fmla="*/ 144725 h 1016366"/>
              <a:gd name="connsiteX32" fmla="*/ 1230164 w 2710308"/>
              <a:gd name="connsiteY32" fmla="*/ 167750 h 1016366"/>
              <a:gd name="connsiteX33" fmla="*/ 1272923 w 2710308"/>
              <a:gd name="connsiteY33" fmla="*/ 223666 h 1016366"/>
              <a:gd name="connsiteX34" fmla="*/ 1289370 w 2710308"/>
              <a:gd name="connsiteY34" fmla="*/ 253269 h 1016366"/>
              <a:gd name="connsiteX35" fmla="*/ 1322262 w 2710308"/>
              <a:gd name="connsiteY35" fmla="*/ 256559 h 1016366"/>
              <a:gd name="connsiteX36" fmla="*/ 1358443 w 2710308"/>
              <a:gd name="connsiteY36" fmla="*/ 243402 h 1016366"/>
              <a:gd name="connsiteX37" fmla="*/ 1394624 w 2710308"/>
              <a:gd name="connsiteY37" fmla="*/ 243402 h 1016366"/>
              <a:gd name="connsiteX38" fmla="*/ 1394624 w 2710308"/>
              <a:gd name="connsiteY38" fmla="*/ 243402 h 1016366"/>
              <a:gd name="connsiteX39" fmla="*/ 1371600 w 2710308"/>
              <a:gd name="connsiteY39" fmla="*/ 289451 h 1016366"/>
              <a:gd name="connsiteX40" fmla="*/ 1348575 w 2710308"/>
              <a:gd name="connsiteY40" fmla="*/ 342078 h 1016366"/>
              <a:gd name="connsiteX41" fmla="*/ 1348575 w 2710308"/>
              <a:gd name="connsiteY41" fmla="*/ 361813 h 1016366"/>
              <a:gd name="connsiteX42" fmla="*/ 1374889 w 2710308"/>
              <a:gd name="connsiteY42" fmla="*/ 381548 h 1016366"/>
              <a:gd name="connsiteX43" fmla="*/ 1434095 w 2710308"/>
              <a:gd name="connsiteY43" fmla="*/ 414441 h 1016366"/>
              <a:gd name="connsiteX44" fmla="*/ 1552506 w 2710308"/>
              <a:gd name="connsiteY44" fmla="*/ 536141 h 1016366"/>
              <a:gd name="connsiteX45" fmla="*/ 1506457 w 2710308"/>
              <a:gd name="connsiteY45" fmla="*/ 628239 h 1016366"/>
              <a:gd name="connsiteX46" fmla="*/ 1493300 w 2710308"/>
              <a:gd name="connsiteY46" fmla="*/ 667710 h 1016366"/>
              <a:gd name="connsiteX47" fmla="*/ 1506457 w 2710308"/>
              <a:gd name="connsiteY47" fmla="*/ 694023 h 1016366"/>
              <a:gd name="connsiteX48" fmla="*/ 1585398 w 2710308"/>
              <a:gd name="connsiteY48" fmla="*/ 670999 h 1016366"/>
              <a:gd name="connsiteX49" fmla="*/ 1651182 w 2710308"/>
              <a:gd name="connsiteY49" fmla="*/ 664420 h 1016366"/>
              <a:gd name="connsiteX50" fmla="*/ 1707099 w 2710308"/>
              <a:gd name="connsiteY50" fmla="*/ 677577 h 1016366"/>
              <a:gd name="connsiteX51" fmla="*/ 1726834 w 2710308"/>
              <a:gd name="connsiteY51" fmla="*/ 707180 h 1016366"/>
              <a:gd name="connsiteX52" fmla="*/ 1736702 w 2710308"/>
              <a:gd name="connsiteY52" fmla="*/ 776253 h 1016366"/>
              <a:gd name="connsiteX53" fmla="*/ 1759726 w 2710308"/>
              <a:gd name="connsiteY53" fmla="*/ 782832 h 1016366"/>
              <a:gd name="connsiteX54" fmla="*/ 1805775 w 2710308"/>
              <a:gd name="connsiteY54" fmla="*/ 786121 h 1016366"/>
              <a:gd name="connsiteX55" fmla="*/ 1851824 w 2710308"/>
              <a:gd name="connsiteY55" fmla="*/ 759807 h 1016366"/>
              <a:gd name="connsiteX56" fmla="*/ 1901162 w 2710308"/>
              <a:gd name="connsiteY56" fmla="*/ 723626 h 1016366"/>
              <a:gd name="connsiteX57" fmla="*/ 1940633 w 2710308"/>
              <a:gd name="connsiteY57" fmla="*/ 710469 h 1016366"/>
              <a:gd name="connsiteX58" fmla="*/ 1976814 w 2710308"/>
              <a:gd name="connsiteY58" fmla="*/ 736783 h 1016366"/>
              <a:gd name="connsiteX59" fmla="*/ 1993260 w 2710308"/>
              <a:gd name="connsiteY59" fmla="*/ 792700 h 1016366"/>
              <a:gd name="connsiteX60" fmla="*/ 2039309 w 2710308"/>
              <a:gd name="connsiteY60" fmla="*/ 802567 h 1016366"/>
              <a:gd name="connsiteX61" fmla="*/ 2082069 w 2710308"/>
              <a:gd name="connsiteY61" fmla="*/ 792700 h 1016366"/>
              <a:gd name="connsiteX62" fmla="*/ 2114961 w 2710308"/>
              <a:gd name="connsiteY62" fmla="*/ 812435 h 1016366"/>
              <a:gd name="connsiteX63" fmla="*/ 2124829 w 2710308"/>
              <a:gd name="connsiteY63" fmla="*/ 838748 h 1016366"/>
              <a:gd name="connsiteX64" fmla="*/ 2174167 w 2710308"/>
              <a:gd name="connsiteY64" fmla="*/ 894665 h 1016366"/>
              <a:gd name="connsiteX65" fmla="*/ 2193902 w 2710308"/>
              <a:gd name="connsiteY65" fmla="*/ 901243 h 1016366"/>
              <a:gd name="connsiteX66" fmla="*/ 2276132 w 2710308"/>
              <a:gd name="connsiteY66" fmla="*/ 901243 h 1016366"/>
              <a:gd name="connsiteX67" fmla="*/ 2299157 w 2710308"/>
              <a:gd name="connsiteY67" fmla="*/ 881508 h 1016366"/>
              <a:gd name="connsiteX68" fmla="*/ 2332049 w 2710308"/>
              <a:gd name="connsiteY68" fmla="*/ 865062 h 1016366"/>
              <a:gd name="connsiteX69" fmla="*/ 2381387 w 2710308"/>
              <a:gd name="connsiteY69" fmla="*/ 861773 h 1016366"/>
              <a:gd name="connsiteX70" fmla="*/ 2440593 w 2710308"/>
              <a:gd name="connsiteY70" fmla="*/ 970317 h 1016366"/>
              <a:gd name="connsiteX71" fmla="*/ 2453749 w 2710308"/>
              <a:gd name="connsiteY71" fmla="*/ 986763 h 1016366"/>
              <a:gd name="connsiteX72" fmla="*/ 2529401 w 2710308"/>
              <a:gd name="connsiteY72" fmla="*/ 990052 h 1016366"/>
              <a:gd name="connsiteX73" fmla="*/ 2601764 w 2710308"/>
              <a:gd name="connsiteY73" fmla="*/ 1003209 h 1016366"/>
              <a:gd name="connsiteX74" fmla="*/ 2651102 w 2710308"/>
              <a:gd name="connsiteY74" fmla="*/ 1003209 h 1016366"/>
              <a:gd name="connsiteX75" fmla="*/ 2710308 w 2710308"/>
              <a:gd name="connsiteY75" fmla="*/ 1009787 h 1016366"/>
              <a:gd name="connsiteX76" fmla="*/ 2710308 w 2710308"/>
              <a:gd name="connsiteY76" fmla="*/ 1016366 h 1016366"/>
              <a:gd name="connsiteX0" fmla="*/ 0 w 2710308"/>
              <a:gd name="connsiteY0" fmla="*/ 23025 h 1062603"/>
              <a:gd name="connsiteX1" fmla="*/ 92098 w 2710308"/>
              <a:gd name="connsiteY1" fmla="*/ 49338 h 1062603"/>
              <a:gd name="connsiteX2" fmla="*/ 134857 w 2710308"/>
              <a:gd name="connsiteY2" fmla="*/ 49338 h 1062603"/>
              <a:gd name="connsiteX3" fmla="*/ 236823 w 2710308"/>
              <a:gd name="connsiteY3" fmla="*/ 52628 h 1062603"/>
              <a:gd name="connsiteX4" fmla="*/ 299318 w 2710308"/>
              <a:gd name="connsiteY4" fmla="*/ 42760 h 1062603"/>
              <a:gd name="connsiteX5" fmla="*/ 404572 w 2710308"/>
              <a:gd name="connsiteY5" fmla="*/ 42760 h 1062603"/>
              <a:gd name="connsiteX6" fmla="*/ 440754 w 2710308"/>
              <a:gd name="connsiteY6" fmla="*/ 39471 h 1062603"/>
              <a:gd name="connsiteX7" fmla="*/ 506538 w 2710308"/>
              <a:gd name="connsiteY7" fmla="*/ 29603 h 1062603"/>
              <a:gd name="connsiteX8" fmla="*/ 605214 w 2710308"/>
              <a:gd name="connsiteY8" fmla="*/ 26314 h 1062603"/>
              <a:gd name="connsiteX9" fmla="*/ 641395 w 2710308"/>
              <a:gd name="connsiteY9" fmla="*/ 19735 h 1062603"/>
              <a:gd name="connsiteX10" fmla="*/ 690734 w 2710308"/>
              <a:gd name="connsiteY10" fmla="*/ 3289 h 1062603"/>
              <a:gd name="connsiteX11" fmla="*/ 766385 w 2710308"/>
              <a:gd name="connsiteY11" fmla="*/ 0 h 1062603"/>
              <a:gd name="connsiteX12" fmla="*/ 812434 w 2710308"/>
              <a:gd name="connsiteY12" fmla="*/ 6579 h 1062603"/>
              <a:gd name="connsiteX13" fmla="*/ 842037 w 2710308"/>
              <a:gd name="connsiteY13" fmla="*/ 9868 h 1062603"/>
              <a:gd name="connsiteX14" fmla="*/ 874929 w 2710308"/>
              <a:gd name="connsiteY14" fmla="*/ 19735 h 1062603"/>
              <a:gd name="connsiteX15" fmla="*/ 894665 w 2710308"/>
              <a:gd name="connsiteY15" fmla="*/ 42760 h 1062603"/>
              <a:gd name="connsiteX16" fmla="*/ 894665 w 2710308"/>
              <a:gd name="connsiteY16" fmla="*/ 72363 h 1062603"/>
              <a:gd name="connsiteX17" fmla="*/ 897954 w 2710308"/>
              <a:gd name="connsiteY17" fmla="*/ 92098 h 1062603"/>
              <a:gd name="connsiteX18" fmla="*/ 953870 w 2710308"/>
              <a:gd name="connsiteY18" fmla="*/ 105255 h 1062603"/>
              <a:gd name="connsiteX19" fmla="*/ 980184 w 2710308"/>
              <a:gd name="connsiteY19" fmla="*/ 128279 h 1062603"/>
              <a:gd name="connsiteX20" fmla="*/ 957159 w 2710308"/>
              <a:gd name="connsiteY20" fmla="*/ 164461 h 1062603"/>
              <a:gd name="connsiteX21" fmla="*/ 957159 w 2710308"/>
              <a:gd name="connsiteY21" fmla="*/ 226956 h 1062603"/>
              <a:gd name="connsiteX22" fmla="*/ 976895 w 2710308"/>
              <a:gd name="connsiteY22" fmla="*/ 253269 h 1062603"/>
              <a:gd name="connsiteX23" fmla="*/ 1036100 w 2710308"/>
              <a:gd name="connsiteY23" fmla="*/ 220377 h 1062603"/>
              <a:gd name="connsiteX24" fmla="*/ 1068993 w 2710308"/>
              <a:gd name="connsiteY24" fmla="*/ 213799 h 1062603"/>
              <a:gd name="connsiteX25" fmla="*/ 1082149 w 2710308"/>
              <a:gd name="connsiteY25" fmla="*/ 210510 h 1062603"/>
              <a:gd name="connsiteX26" fmla="*/ 1095306 w 2710308"/>
              <a:gd name="connsiteY26" fmla="*/ 203931 h 1062603"/>
              <a:gd name="connsiteX27" fmla="*/ 1095306 w 2710308"/>
              <a:gd name="connsiteY27" fmla="*/ 203931 h 1062603"/>
              <a:gd name="connsiteX28" fmla="*/ 1085439 w 2710308"/>
              <a:gd name="connsiteY28" fmla="*/ 157882 h 1062603"/>
              <a:gd name="connsiteX29" fmla="*/ 1085439 w 2710308"/>
              <a:gd name="connsiteY29" fmla="*/ 157882 h 1062603"/>
              <a:gd name="connsiteX30" fmla="*/ 1124909 w 2710308"/>
              <a:gd name="connsiteY30" fmla="*/ 124990 h 1062603"/>
              <a:gd name="connsiteX31" fmla="*/ 1187404 w 2710308"/>
              <a:gd name="connsiteY31" fmla="*/ 144725 h 1062603"/>
              <a:gd name="connsiteX32" fmla="*/ 1230164 w 2710308"/>
              <a:gd name="connsiteY32" fmla="*/ 167750 h 1062603"/>
              <a:gd name="connsiteX33" fmla="*/ 1272923 w 2710308"/>
              <a:gd name="connsiteY33" fmla="*/ 223666 h 1062603"/>
              <a:gd name="connsiteX34" fmla="*/ 1289370 w 2710308"/>
              <a:gd name="connsiteY34" fmla="*/ 253269 h 1062603"/>
              <a:gd name="connsiteX35" fmla="*/ 1322262 w 2710308"/>
              <a:gd name="connsiteY35" fmla="*/ 256559 h 1062603"/>
              <a:gd name="connsiteX36" fmla="*/ 1358443 w 2710308"/>
              <a:gd name="connsiteY36" fmla="*/ 243402 h 1062603"/>
              <a:gd name="connsiteX37" fmla="*/ 1394624 w 2710308"/>
              <a:gd name="connsiteY37" fmla="*/ 243402 h 1062603"/>
              <a:gd name="connsiteX38" fmla="*/ 1394624 w 2710308"/>
              <a:gd name="connsiteY38" fmla="*/ 243402 h 1062603"/>
              <a:gd name="connsiteX39" fmla="*/ 1371600 w 2710308"/>
              <a:gd name="connsiteY39" fmla="*/ 289451 h 1062603"/>
              <a:gd name="connsiteX40" fmla="*/ 1348575 w 2710308"/>
              <a:gd name="connsiteY40" fmla="*/ 342078 h 1062603"/>
              <a:gd name="connsiteX41" fmla="*/ 1348575 w 2710308"/>
              <a:gd name="connsiteY41" fmla="*/ 361813 h 1062603"/>
              <a:gd name="connsiteX42" fmla="*/ 1374889 w 2710308"/>
              <a:gd name="connsiteY42" fmla="*/ 381548 h 1062603"/>
              <a:gd name="connsiteX43" fmla="*/ 1434095 w 2710308"/>
              <a:gd name="connsiteY43" fmla="*/ 414441 h 1062603"/>
              <a:gd name="connsiteX44" fmla="*/ 1552506 w 2710308"/>
              <a:gd name="connsiteY44" fmla="*/ 536141 h 1062603"/>
              <a:gd name="connsiteX45" fmla="*/ 1506457 w 2710308"/>
              <a:gd name="connsiteY45" fmla="*/ 628239 h 1062603"/>
              <a:gd name="connsiteX46" fmla="*/ 1493300 w 2710308"/>
              <a:gd name="connsiteY46" fmla="*/ 667710 h 1062603"/>
              <a:gd name="connsiteX47" fmla="*/ 1506457 w 2710308"/>
              <a:gd name="connsiteY47" fmla="*/ 694023 h 1062603"/>
              <a:gd name="connsiteX48" fmla="*/ 1585398 w 2710308"/>
              <a:gd name="connsiteY48" fmla="*/ 670999 h 1062603"/>
              <a:gd name="connsiteX49" fmla="*/ 1651182 w 2710308"/>
              <a:gd name="connsiteY49" fmla="*/ 664420 h 1062603"/>
              <a:gd name="connsiteX50" fmla="*/ 1707099 w 2710308"/>
              <a:gd name="connsiteY50" fmla="*/ 677577 h 1062603"/>
              <a:gd name="connsiteX51" fmla="*/ 1726834 w 2710308"/>
              <a:gd name="connsiteY51" fmla="*/ 707180 h 1062603"/>
              <a:gd name="connsiteX52" fmla="*/ 1736702 w 2710308"/>
              <a:gd name="connsiteY52" fmla="*/ 776253 h 1062603"/>
              <a:gd name="connsiteX53" fmla="*/ 1759726 w 2710308"/>
              <a:gd name="connsiteY53" fmla="*/ 782832 h 1062603"/>
              <a:gd name="connsiteX54" fmla="*/ 1805775 w 2710308"/>
              <a:gd name="connsiteY54" fmla="*/ 786121 h 1062603"/>
              <a:gd name="connsiteX55" fmla="*/ 1851824 w 2710308"/>
              <a:gd name="connsiteY55" fmla="*/ 759807 h 1062603"/>
              <a:gd name="connsiteX56" fmla="*/ 1901162 w 2710308"/>
              <a:gd name="connsiteY56" fmla="*/ 723626 h 1062603"/>
              <a:gd name="connsiteX57" fmla="*/ 1940633 w 2710308"/>
              <a:gd name="connsiteY57" fmla="*/ 710469 h 1062603"/>
              <a:gd name="connsiteX58" fmla="*/ 1976814 w 2710308"/>
              <a:gd name="connsiteY58" fmla="*/ 736783 h 1062603"/>
              <a:gd name="connsiteX59" fmla="*/ 1993260 w 2710308"/>
              <a:gd name="connsiteY59" fmla="*/ 792700 h 1062603"/>
              <a:gd name="connsiteX60" fmla="*/ 2039309 w 2710308"/>
              <a:gd name="connsiteY60" fmla="*/ 802567 h 1062603"/>
              <a:gd name="connsiteX61" fmla="*/ 2082069 w 2710308"/>
              <a:gd name="connsiteY61" fmla="*/ 792700 h 1062603"/>
              <a:gd name="connsiteX62" fmla="*/ 2114961 w 2710308"/>
              <a:gd name="connsiteY62" fmla="*/ 812435 h 1062603"/>
              <a:gd name="connsiteX63" fmla="*/ 2124829 w 2710308"/>
              <a:gd name="connsiteY63" fmla="*/ 838748 h 1062603"/>
              <a:gd name="connsiteX64" fmla="*/ 2174167 w 2710308"/>
              <a:gd name="connsiteY64" fmla="*/ 894665 h 1062603"/>
              <a:gd name="connsiteX65" fmla="*/ 2193902 w 2710308"/>
              <a:gd name="connsiteY65" fmla="*/ 901243 h 1062603"/>
              <a:gd name="connsiteX66" fmla="*/ 2276132 w 2710308"/>
              <a:gd name="connsiteY66" fmla="*/ 901243 h 1062603"/>
              <a:gd name="connsiteX67" fmla="*/ 2299157 w 2710308"/>
              <a:gd name="connsiteY67" fmla="*/ 881508 h 1062603"/>
              <a:gd name="connsiteX68" fmla="*/ 2332049 w 2710308"/>
              <a:gd name="connsiteY68" fmla="*/ 865062 h 1062603"/>
              <a:gd name="connsiteX69" fmla="*/ 2381387 w 2710308"/>
              <a:gd name="connsiteY69" fmla="*/ 861773 h 1062603"/>
              <a:gd name="connsiteX70" fmla="*/ 2440593 w 2710308"/>
              <a:gd name="connsiteY70" fmla="*/ 970317 h 1062603"/>
              <a:gd name="connsiteX71" fmla="*/ 2332049 w 2710308"/>
              <a:gd name="connsiteY71" fmla="*/ 1062415 h 1062603"/>
              <a:gd name="connsiteX72" fmla="*/ 2529401 w 2710308"/>
              <a:gd name="connsiteY72" fmla="*/ 990052 h 1062603"/>
              <a:gd name="connsiteX73" fmla="*/ 2601764 w 2710308"/>
              <a:gd name="connsiteY73" fmla="*/ 1003209 h 1062603"/>
              <a:gd name="connsiteX74" fmla="*/ 2651102 w 2710308"/>
              <a:gd name="connsiteY74" fmla="*/ 1003209 h 1062603"/>
              <a:gd name="connsiteX75" fmla="*/ 2710308 w 2710308"/>
              <a:gd name="connsiteY75" fmla="*/ 1009787 h 1062603"/>
              <a:gd name="connsiteX76" fmla="*/ 2710308 w 2710308"/>
              <a:gd name="connsiteY76" fmla="*/ 1016366 h 1062603"/>
              <a:gd name="connsiteX0" fmla="*/ 0 w 2710308"/>
              <a:gd name="connsiteY0" fmla="*/ 23025 h 1062603"/>
              <a:gd name="connsiteX1" fmla="*/ 92098 w 2710308"/>
              <a:gd name="connsiteY1" fmla="*/ 49338 h 1062603"/>
              <a:gd name="connsiteX2" fmla="*/ 134857 w 2710308"/>
              <a:gd name="connsiteY2" fmla="*/ 49338 h 1062603"/>
              <a:gd name="connsiteX3" fmla="*/ 236823 w 2710308"/>
              <a:gd name="connsiteY3" fmla="*/ 52628 h 1062603"/>
              <a:gd name="connsiteX4" fmla="*/ 299318 w 2710308"/>
              <a:gd name="connsiteY4" fmla="*/ 42760 h 1062603"/>
              <a:gd name="connsiteX5" fmla="*/ 404572 w 2710308"/>
              <a:gd name="connsiteY5" fmla="*/ 42760 h 1062603"/>
              <a:gd name="connsiteX6" fmla="*/ 440754 w 2710308"/>
              <a:gd name="connsiteY6" fmla="*/ 39471 h 1062603"/>
              <a:gd name="connsiteX7" fmla="*/ 506538 w 2710308"/>
              <a:gd name="connsiteY7" fmla="*/ 29603 h 1062603"/>
              <a:gd name="connsiteX8" fmla="*/ 605214 w 2710308"/>
              <a:gd name="connsiteY8" fmla="*/ 26314 h 1062603"/>
              <a:gd name="connsiteX9" fmla="*/ 641395 w 2710308"/>
              <a:gd name="connsiteY9" fmla="*/ 19735 h 1062603"/>
              <a:gd name="connsiteX10" fmla="*/ 690734 w 2710308"/>
              <a:gd name="connsiteY10" fmla="*/ 3289 h 1062603"/>
              <a:gd name="connsiteX11" fmla="*/ 766385 w 2710308"/>
              <a:gd name="connsiteY11" fmla="*/ 0 h 1062603"/>
              <a:gd name="connsiteX12" fmla="*/ 812434 w 2710308"/>
              <a:gd name="connsiteY12" fmla="*/ 6579 h 1062603"/>
              <a:gd name="connsiteX13" fmla="*/ 842037 w 2710308"/>
              <a:gd name="connsiteY13" fmla="*/ 9868 h 1062603"/>
              <a:gd name="connsiteX14" fmla="*/ 874929 w 2710308"/>
              <a:gd name="connsiteY14" fmla="*/ 19735 h 1062603"/>
              <a:gd name="connsiteX15" fmla="*/ 894665 w 2710308"/>
              <a:gd name="connsiteY15" fmla="*/ 42760 h 1062603"/>
              <a:gd name="connsiteX16" fmla="*/ 894665 w 2710308"/>
              <a:gd name="connsiteY16" fmla="*/ 72363 h 1062603"/>
              <a:gd name="connsiteX17" fmla="*/ 897954 w 2710308"/>
              <a:gd name="connsiteY17" fmla="*/ 92098 h 1062603"/>
              <a:gd name="connsiteX18" fmla="*/ 953870 w 2710308"/>
              <a:gd name="connsiteY18" fmla="*/ 105255 h 1062603"/>
              <a:gd name="connsiteX19" fmla="*/ 980184 w 2710308"/>
              <a:gd name="connsiteY19" fmla="*/ 128279 h 1062603"/>
              <a:gd name="connsiteX20" fmla="*/ 957159 w 2710308"/>
              <a:gd name="connsiteY20" fmla="*/ 164461 h 1062603"/>
              <a:gd name="connsiteX21" fmla="*/ 957159 w 2710308"/>
              <a:gd name="connsiteY21" fmla="*/ 226956 h 1062603"/>
              <a:gd name="connsiteX22" fmla="*/ 976895 w 2710308"/>
              <a:gd name="connsiteY22" fmla="*/ 253269 h 1062603"/>
              <a:gd name="connsiteX23" fmla="*/ 1036100 w 2710308"/>
              <a:gd name="connsiteY23" fmla="*/ 220377 h 1062603"/>
              <a:gd name="connsiteX24" fmla="*/ 1068993 w 2710308"/>
              <a:gd name="connsiteY24" fmla="*/ 213799 h 1062603"/>
              <a:gd name="connsiteX25" fmla="*/ 1082149 w 2710308"/>
              <a:gd name="connsiteY25" fmla="*/ 210510 h 1062603"/>
              <a:gd name="connsiteX26" fmla="*/ 1095306 w 2710308"/>
              <a:gd name="connsiteY26" fmla="*/ 203931 h 1062603"/>
              <a:gd name="connsiteX27" fmla="*/ 1095306 w 2710308"/>
              <a:gd name="connsiteY27" fmla="*/ 203931 h 1062603"/>
              <a:gd name="connsiteX28" fmla="*/ 1085439 w 2710308"/>
              <a:gd name="connsiteY28" fmla="*/ 157882 h 1062603"/>
              <a:gd name="connsiteX29" fmla="*/ 1085439 w 2710308"/>
              <a:gd name="connsiteY29" fmla="*/ 157882 h 1062603"/>
              <a:gd name="connsiteX30" fmla="*/ 1124909 w 2710308"/>
              <a:gd name="connsiteY30" fmla="*/ 124990 h 1062603"/>
              <a:gd name="connsiteX31" fmla="*/ 1187404 w 2710308"/>
              <a:gd name="connsiteY31" fmla="*/ 144725 h 1062603"/>
              <a:gd name="connsiteX32" fmla="*/ 1230164 w 2710308"/>
              <a:gd name="connsiteY32" fmla="*/ 167750 h 1062603"/>
              <a:gd name="connsiteX33" fmla="*/ 1272923 w 2710308"/>
              <a:gd name="connsiteY33" fmla="*/ 223666 h 1062603"/>
              <a:gd name="connsiteX34" fmla="*/ 1289370 w 2710308"/>
              <a:gd name="connsiteY34" fmla="*/ 253269 h 1062603"/>
              <a:gd name="connsiteX35" fmla="*/ 1322262 w 2710308"/>
              <a:gd name="connsiteY35" fmla="*/ 256559 h 1062603"/>
              <a:gd name="connsiteX36" fmla="*/ 1358443 w 2710308"/>
              <a:gd name="connsiteY36" fmla="*/ 243402 h 1062603"/>
              <a:gd name="connsiteX37" fmla="*/ 1394624 w 2710308"/>
              <a:gd name="connsiteY37" fmla="*/ 243402 h 1062603"/>
              <a:gd name="connsiteX38" fmla="*/ 1394624 w 2710308"/>
              <a:gd name="connsiteY38" fmla="*/ 243402 h 1062603"/>
              <a:gd name="connsiteX39" fmla="*/ 1371600 w 2710308"/>
              <a:gd name="connsiteY39" fmla="*/ 289451 h 1062603"/>
              <a:gd name="connsiteX40" fmla="*/ 1348575 w 2710308"/>
              <a:gd name="connsiteY40" fmla="*/ 342078 h 1062603"/>
              <a:gd name="connsiteX41" fmla="*/ 1348575 w 2710308"/>
              <a:gd name="connsiteY41" fmla="*/ 361813 h 1062603"/>
              <a:gd name="connsiteX42" fmla="*/ 1374889 w 2710308"/>
              <a:gd name="connsiteY42" fmla="*/ 381548 h 1062603"/>
              <a:gd name="connsiteX43" fmla="*/ 1434095 w 2710308"/>
              <a:gd name="connsiteY43" fmla="*/ 414441 h 1062603"/>
              <a:gd name="connsiteX44" fmla="*/ 1552506 w 2710308"/>
              <a:gd name="connsiteY44" fmla="*/ 536141 h 1062603"/>
              <a:gd name="connsiteX45" fmla="*/ 1506457 w 2710308"/>
              <a:gd name="connsiteY45" fmla="*/ 628239 h 1062603"/>
              <a:gd name="connsiteX46" fmla="*/ 1493300 w 2710308"/>
              <a:gd name="connsiteY46" fmla="*/ 667710 h 1062603"/>
              <a:gd name="connsiteX47" fmla="*/ 1506457 w 2710308"/>
              <a:gd name="connsiteY47" fmla="*/ 694023 h 1062603"/>
              <a:gd name="connsiteX48" fmla="*/ 1585398 w 2710308"/>
              <a:gd name="connsiteY48" fmla="*/ 670999 h 1062603"/>
              <a:gd name="connsiteX49" fmla="*/ 1651182 w 2710308"/>
              <a:gd name="connsiteY49" fmla="*/ 664420 h 1062603"/>
              <a:gd name="connsiteX50" fmla="*/ 1707099 w 2710308"/>
              <a:gd name="connsiteY50" fmla="*/ 677577 h 1062603"/>
              <a:gd name="connsiteX51" fmla="*/ 1726834 w 2710308"/>
              <a:gd name="connsiteY51" fmla="*/ 707180 h 1062603"/>
              <a:gd name="connsiteX52" fmla="*/ 1736702 w 2710308"/>
              <a:gd name="connsiteY52" fmla="*/ 776253 h 1062603"/>
              <a:gd name="connsiteX53" fmla="*/ 1759726 w 2710308"/>
              <a:gd name="connsiteY53" fmla="*/ 782832 h 1062603"/>
              <a:gd name="connsiteX54" fmla="*/ 1805775 w 2710308"/>
              <a:gd name="connsiteY54" fmla="*/ 786121 h 1062603"/>
              <a:gd name="connsiteX55" fmla="*/ 1851824 w 2710308"/>
              <a:gd name="connsiteY55" fmla="*/ 759807 h 1062603"/>
              <a:gd name="connsiteX56" fmla="*/ 1901162 w 2710308"/>
              <a:gd name="connsiteY56" fmla="*/ 723626 h 1062603"/>
              <a:gd name="connsiteX57" fmla="*/ 1940633 w 2710308"/>
              <a:gd name="connsiteY57" fmla="*/ 710469 h 1062603"/>
              <a:gd name="connsiteX58" fmla="*/ 1976814 w 2710308"/>
              <a:gd name="connsiteY58" fmla="*/ 736783 h 1062603"/>
              <a:gd name="connsiteX59" fmla="*/ 1993260 w 2710308"/>
              <a:gd name="connsiteY59" fmla="*/ 792700 h 1062603"/>
              <a:gd name="connsiteX60" fmla="*/ 2039309 w 2710308"/>
              <a:gd name="connsiteY60" fmla="*/ 802567 h 1062603"/>
              <a:gd name="connsiteX61" fmla="*/ 2082069 w 2710308"/>
              <a:gd name="connsiteY61" fmla="*/ 792700 h 1062603"/>
              <a:gd name="connsiteX62" fmla="*/ 2114961 w 2710308"/>
              <a:gd name="connsiteY62" fmla="*/ 812435 h 1062603"/>
              <a:gd name="connsiteX63" fmla="*/ 2124829 w 2710308"/>
              <a:gd name="connsiteY63" fmla="*/ 838748 h 1062603"/>
              <a:gd name="connsiteX64" fmla="*/ 2174167 w 2710308"/>
              <a:gd name="connsiteY64" fmla="*/ 894665 h 1062603"/>
              <a:gd name="connsiteX65" fmla="*/ 2193902 w 2710308"/>
              <a:gd name="connsiteY65" fmla="*/ 901243 h 1062603"/>
              <a:gd name="connsiteX66" fmla="*/ 2276132 w 2710308"/>
              <a:gd name="connsiteY66" fmla="*/ 901243 h 1062603"/>
              <a:gd name="connsiteX67" fmla="*/ 2299157 w 2710308"/>
              <a:gd name="connsiteY67" fmla="*/ 881508 h 1062603"/>
              <a:gd name="connsiteX68" fmla="*/ 2332049 w 2710308"/>
              <a:gd name="connsiteY68" fmla="*/ 865062 h 1062603"/>
              <a:gd name="connsiteX69" fmla="*/ 2381387 w 2710308"/>
              <a:gd name="connsiteY69" fmla="*/ 861773 h 1062603"/>
              <a:gd name="connsiteX70" fmla="*/ 2378098 w 2710308"/>
              <a:gd name="connsiteY70" fmla="*/ 973607 h 1062603"/>
              <a:gd name="connsiteX71" fmla="*/ 2332049 w 2710308"/>
              <a:gd name="connsiteY71" fmla="*/ 1062415 h 1062603"/>
              <a:gd name="connsiteX72" fmla="*/ 2529401 w 2710308"/>
              <a:gd name="connsiteY72" fmla="*/ 990052 h 1062603"/>
              <a:gd name="connsiteX73" fmla="*/ 2601764 w 2710308"/>
              <a:gd name="connsiteY73" fmla="*/ 1003209 h 1062603"/>
              <a:gd name="connsiteX74" fmla="*/ 2651102 w 2710308"/>
              <a:gd name="connsiteY74" fmla="*/ 1003209 h 1062603"/>
              <a:gd name="connsiteX75" fmla="*/ 2710308 w 2710308"/>
              <a:gd name="connsiteY75" fmla="*/ 1009787 h 1062603"/>
              <a:gd name="connsiteX76" fmla="*/ 2710308 w 2710308"/>
              <a:gd name="connsiteY76" fmla="*/ 1016366 h 1062603"/>
              <a:gd name="connsiteX0" fmla="*/ 0 w 2710308"/>
              <a:gd name="connsiteY0" fmla="*/ 23025 h 1121621"/>
              <a:gd name="connsiteX1" fmla="*/ 92098 w 2710308"/>
              <a:gd name="connsiteY1" fmla="*/ 49338 h 1121621"/>
              <a:gd name="connsiteX2" fmla="*/ 134857 w 2710308"/>
              <a:gd name="connsiteY2" fmla="*/ 49338 h 1121621"/>
              <a:gd name="connsiteX3" fmla="*/ 236823 w 2710308"/>
              <a:gd name="connsiteY3" fmla="*/ 52628 h 1121621"/>
              <a:gd name="connsiteX4" fmla="*/ 299318 w 2710308"/>
              <a:gd name="connsiteY4" fmla="*/ 42760 h 1121621"/>
              <a:gd name="connsiteX5" fmla="*/ 404572 w 2710308"/>
              <a:gd name="connsiteY5" fmla="*/ 42760 h 1121621"/>
              <a:gd name="connsiteX6" fmla="*/ 440754 w 2710308"/>
              <a:gd name="connsiteY6" fmla="*/ 39471 h 1121621"/>
              <a:gd name="connsiteX7" fmla="*/ 506538 w 2710308"/>
              <a:gd name="connsiteY7" fmla="*/ 29603 h 1121621"/>
              <a:gd name="connsiteX8" fmla="*/ 605214 w 2710308"/>
              <a:gd name="connsiteY8" fmla="*/ 26314 h 1121621"/>
              <a:gd name="connsiteX9" fmla="*/ 641395 w 2710308"/>
              <a:gd name="connsiteY9" fmla="*/ 19735 h 1121621"/>
              <a:gd name="connsiteX10" fmla="*/ 690734 w 2710308"/>
              <a:gd name="connsiteY10" fmla="*/ 3289 h 1121621"/>
              <a:gd name="connsiteX11" fmla="*/ 766385 w 2710308"/>
              <a:gd name="connsiteY11" fmla="*/ 0 h 1121621"/>
              <a:gd name="connsiteX12" fmla="*/ 812434 w 2710308"/>
              <a:gd name="connsiteY12" fmla="*/ 6579 h 1121621"/>
              <a:gd name="connsiteX13" fmla="*/ 842037 w 2710308"/>
              <a:gd name="connsiteY13" fmla="*/ 9868 h 1121621"/>
              <a:gd name="connsiteX14" fmla="*/ 874929 w 2710308"/>
              <a:gd name="connsiteY14" fmla="*/ 19735 h 1121621"/>
              <a:gd name="connsiteX15" fmla="*/ 894665 w 2710308"/>
              <a:gd name="connsiteY15" fmla="*/ 42760 h 1121621"/>
              <a:gd name="connsiteX16" fmla="*/ 894665 w 2710308"/>
              <a:gd name="connsiteY16" fmla="*/ 72363 h 1121621"/>
              <a:gd name="connsiteX17" fmla="*/ 897954 w 2710308"/>
              <a:gd name="connsiteY17" fmla="*/ 92098 h 1121621"/>
              <a:gd name="connsiteX18" fmla="*/ 953870 w 2710308"/>
              <a:gd name="connsiteY18" fmla="*/ 105255 h 1121621"/>
              <a:gd name="connsiteX19" fmla="*/ 980184 w 2710308"/>
              <a:gd name="connsiteY19" fmla="*/ 128279 h 1121621"/>
              <a:gd name="connsiteX20" fmla="*/ 957159 w 2710308"/>
              <a:gd name="connsiteY20" fmla="*/ 164461 h 1121621"/>
              <a:gd name="connsiteX21" fmla="*/ 957159 w 2710308"/>
              <a:gd name="connsiteY21" fmla="*/ 226956 h 1121621"/>
              <a:gd name="connsiteX22" fmla="*/ 976895 w 2710308"/>
              <a:gd name="connsiteY22" fmla="*/ 253269 h 1121621"/>
              <a:gd name="connsiteX23" fmla="*/ 1036100 w 2710308"/>
              <a:gd name="connsiteY23" fmla="*/ 220377 h 1121621"/>
              <a:gd name="connsiteX24" fmla="*/ 1068993 w 2710308"/>
              <a:gd name="connsiteY24" fmla="*/ 213799 h 1121621"/>
              <a:gd name="connsiteX25" fmla="*/ 1082149 w 2710308"/>
              <a:gd name="connsiteY25" fmla="*/ 210510 h 1121621"/>
              <a:gd name="connsiteX26" fmla="*/ 1095306 w 2710308"/>
              <a:gd name="connsiteY26" fmla="*/ 203931 h 1121621"/>
              <a:gd name="connsiteX27" fmla="*/ 1095306 w 2710308"/>
              <a:gd name="connsiteY27" fmla="*/ 203931 h 1121621"/>
              <a:gd name="connsiteX28" fmla="*/ 1085439 w 2710308"/>
              <a:gd name="connsiteY28" fmla="*/ 157882 h 1121621"/>
              <a:gd name="connsiteX29" fmla="*/ 1085439 w 2710308"/>
              <a:gd name="connsiteY29" fmla="*/ 157882 h 1121621"/>
              <a:gd name="connsiteX30" fmla="*/ 1124909 w 2710308"/>
              <a:gd name="connsiteY30" fmla="*/ 124990 h 1121621"/>
              <a:gd name="connsiteX31" fmla="*/ 1187404 w 2710308"/>
              <a:gd name="connsiteY31" fmla="*/ 144725 h 1121621"/>
              <a:gd name="connsiteX32" fmla="*/ 1230164 w 2710308"/>
              <a:gd name="connsiteY32" fmla="*/ 167750 h 1121621"/>
              <a:gd name="connsiteX33" fmla="*/ 1272923 w 2710308"/>
              <a:gd name="connsiteY33" fmla="*/ 223666 h 1121621"/>
              <a:gd name="connsiteX34" fmla="*/ 1289370 w 2710308"/>
              <a:gd name="connsiteY34" fmla="*/ 253269 h 1121621"/>
              <a:gd name="connsiteX35" fmla="*/ 1322262 w 2710308"/>
              <a:gd name="connsiteY35" fmla="*/ 256559 h 1121621"/>
              <a:gd name="connsiteX36" fmla="*/ 1358443 w 2710308"/>
              <a:gd name="connsiteY36" fmla="*/ 243402 h 1121621"/>
              <a:gd name="connsiteX37" fmla="*/ 1394624 w 2710308"/>
              <a:gd name="connsiteY37" fmla="*/ 243402 h 1121621"/>
              <a:gd name="connsiteX38" fmla="*/ 1394624 w 2710308"/>
              <a:gd name="connsiteY38" fmla="*/ 243402 h 1121621"/>
              <a:gd name="connsiteX39" fmla="*/ 1371600 w 2710308"/>
              <a:gd name="connsiteY39" fmla="*/ 289451 h 1121621"/>
              <a:gd name="connsiteX40" fmla="*/ 1348575 w 2710308"/>
              <a:gd name="connsiteY40" fmla="*/ 342078 h 1121621"/>
              <a:gd name="connsiteX41" fmla="*/ 1348575 w 2710308"/>
              <a:gd name="connsiteY41" fmla="*/ 361813 h 1121621"/>
              <a:gd name="connsiteX42" fmla="*/ 1374889 w 2710308"/>
              <a:gd name="connsiteY42" fmla="*/ 381548 h 1121621"/>
              <a:gd name="connsiteX43" fmla="*/ 1434095 w 2710308"/>
              <a:gd name="connsiteY43" fmla="*/ 414441 h 1121621"/>
              <a:gd name="connsiteX44" fmla="*/ 1552506 w 2710308"/>
              <a:gd name="connsiteY44" fmla="*/ 536141 h 1121621"/>
              <a:gd name="connsiteX45" fmla="*/ 1506457 w 2710308"/>
              <a:gd name="connsiteY45" fmla="*/ 628239 h 1121621"/>
              <a:gd name="connsiteX46" fmla="*/ 1493300 w 2710308"/>
              <a:gd name="connsiteY46" fmla="*/ 667710 h 1121621"/>
              <a:gd name="connsiteX47" fmla="*/ 1506457 w 2710308"/>
              <a:gd name="connsiteY47" fmla="*/ 694023 h 1121621"/>
              <a:gd name="connsiteX48" fmla="*/ 1585398 w 2710308"/>
              <a:gd name="connsiteY48" fmla="*/ 670999 h 1121621"/>
              <a:gd name="connsiteX49" fmla="*/ 1651182 w 2710308"/>
              <a:gd name="connsiteY49" fmla="*/ 664420 h 1121621"/>
              <a:gd name="connsiteX50" fmla="*/ 1707099 w 2710308"/>
              <a:gd name="connsiteY50" fmla="*/ 677577 h 1121621"/>
              <a:gd name="connsiteX51" fmla="*/ 1726834 w 2710308"/>
              <a:gd name="connsiteY51" fmla="*/ 707180 h 1121621"/>
              <a:gd name="connsiteX52" fmla="*/ 1736702 w 2710308"/>
              <a:gd name="connsiteY52" fmla="*/ 776253 h 1121621"/>
              <a:gd name="connsiteX53" fmla="*/ 1759726 w 2710308"/>
              <a:gd name="connsiteY53" fmla="*/ 782832 h 1121621"/>
              <a:gd name="connsiteX54" fmla="*/ 1805775 w 2710308"/>
              <a:gd name="connsiteY54" fmla="*/ 786121 h 1121621"/>
              <a:gd name="connsiteX55" fmla="*/ 1851824 w 2710308"/>
              <a:gd name="connsiteY55" fmla="*/ 759807 h 1121621"/>
              <a:gd name="connsiteX56" fmla="*/ 1901162 w 2710308"/>
              <a:gd name="connsiteY56" fmla="*/ 723626 h 1121621"/>
              <a:gd name="connsiteX57" fmla="*/ 1940633 w 2710308"/>
              <a:gd name="connsiteY57" fmla="*/ 710469 h 1121621"/>
              <a:gd name="connsiteX58" fmla="*/ 1976814 w 2710308"/>
              <a:gd name="connsiteY58" fmla="*/ 736783 h 1121621"/>
              <a:gd name="connsiteX59" fmla="*/ 1993260 w 2710308"/>
              <a:gd name="connsiteY59" fmla="*/ 792700 h 1121621"/>
              <a:gd name="connsiteX60" fmla="*/ 2039309 w 2710308"/>
              <a:gd name="connsiteY60" fmla="*/ 802567 h 1121621"/>
              <a:gd name="connsiteX61" fmla="*/ 2082069 w 2710308"/>
              <a:gd name="connsiteY61" fmla="*/ 792700 h 1121621"/>
              <a:gd name="connsiteX62" fmla="*/ 2114961 w 2710308"/>
              <a:gd name="connsiteY62" fmla="*/ 812435 h 1121621"/>
              <a:gd name="connsiteX63" fmla="*/ 2124829 w 2710308"/>
              <a:gd name="connsiteY63" fmla="*/ 838748 h 1121621"/>
              <a:gd name="connsiteX64" fmla="*/ 2174167 w 2710308"/>
              <a:gd name="connsiteY64" fmla="*/ 894665 h 1121621"/>
              <a:gd name="connsiteX65" fmla="*/ 2193902 w 2710308"/>
              <a:gd name="connsiteY65" fmla="*/ 901243 h 1121621"/>
              <a:gd name="connsiteX66" fmla="*/ 2276132 w 2710308"/>
              <a:gd name="connsiteY66" fmla="*/ 901243 h 1121621"/>
              <a:gd name="connsiteX67" fmla="*/ 2299157 w 2710308"/>
              <a:gd name="connsiteY67" fmla="*/ 881508 h 1121621"/>
              <a:gd name="connsiteX68" fmla="*/ 2332049 w 2710308"/>
              <a:gd name="connsiteY68" fmla="*/ 865062 h 1121621"/>
              <a:gd name="connsiteX69" fmla="*/ 2381387 w 2710308"/>
              <a:gd name="connsiteY69" fmla="*/ 861773 h 1121621"/>
              <a:gd name="connsiteX70" fmla="*/ 2378098 w 2710308"/>
              <a:gd name="connsiteY70" fmla="*/ 973607 h 1121621"/>
              <a:gd name="connsiteX71" fmla="*/ 2332049 w 2710308"/>
              <a:gd name="connsiteY71" fmla="*/ 1062415 h 1121621"/>
              <a:gd name="connsiteX72" fmla="*/ 2457038 w 2710308"/>
              <a:gd name="connsiteY72" fmla="*/ 1121621 h 1121621"/>
              <a:gd name="connsiteX73" fmla="*/ 2601764 w 2710308"/>
              <a:gd name="connsiteY73" fmla="*/ 1003209 h 1121621"/>
              <a:gd name="connsiteX74" fmla="*/ 2651102 w 2710308"/>
              <a:gd name="connsiteY74" fmla="*/ 1003209 h 1121621"/>
              <a:gd name="connsiteX75" fmla="*/ 2710308 w 2710308"/>
              <a:gd name="connsiteY75" fmla="*/ 1009787 h 1121621"/>
              <a:gd name="connsiteX76" fmla="*/ 2710308 w 2710308"/>
              <a:gd name="connsiteY76" fmla="*/ 1016366 h 1121621"/>
              <a:gd name="connsiteX0" fmla="*/ 0 w 2710308"/>
              <a:gd name="connsiteY0" fmla="*/ 23025 h 1184116"/>
              <a:gd name="connsiteX1" fmla="*/ 92098 w 2710308"/>
              <a:gd name="connsiteY1" fmla="*/ 49338 h 1184116"/>
              <a:gd name="connsiteX2" fmla="*/ 134857 w 2710308"/>
              <a:gd name="connsiteY2" fmla="*/ 49338 h 1184116"/>
              <a:gd name="connsiteX3" fmla="*/ 236823 w 2710308"/>
              <a:gd name="connsiteY3" fmla="*/ 52628 h 1184116"/>
              <a:gd name="connsiteX4" fmla="*/ 299318 w 2710308"/>
              <a:gd name="connsiteY4" fmla="*/ 42760 h 1184116"/>
              <a:gd name="connsiteX5" fmla="*/ 404572 w 2710308"/>
              <a:gd name="connsiteY5" fmla="*/ 42760 h 1184116"/>
              <a:gd name="connsiteX6" fmla="*/ 440754 w 2710308"/>
              <a:gd name="connsiteY6" fmla="*/ 39471 h 1184116"/>
              <a:gd name="connsiteX7" fmla="*/ 506538 w 2710308"/>
              <a:gd name="connsiteY7" fmla="*/ 29603 h 1184116"/>
              <a:gd name="connsiteX8" fmla="*/ 605214 w 2710308"/>
              <a:gd name="connsiteY8" fmla="*/ 26314 h 1184116"/>
              <a:gd name="connsiteX9" fmla="*/ 641395 w 2710308"/>
              <a:gd name="connsiteY9" fmla="*/ 19735 h 1184116"/>
              <a:gd name="connsiteX10" fmla="*/ 690734 w 2710308"/>
              <a:gd name="connsiteY10" fmla="*/ 3289 h 1184116"/>
              <a:gd name="connsiteX11" fmla="*/ 766385 w 2710308"/>
              <a:gd name="connsiteY11" fmla="*/ 0 h 1184116"/>
              <a:gd name="connsiteX12" fmla="*/ 812434 w 2710308"/>
              <a:gd name="connsiteY12" fmla="*/ 6579 h 1184116"/>
              <a:gd name="connsiteX13" fmla="*/ 842037 w 2710308"/>
              <a:gd name="connsiteY13" fmla="*/ 9868 h 1184116"/>
              <a:gd name="connsiteX14" fmla="*/ 874929 w 2710308"/>
              <a:gd name="connsiteY14" fmla="*/ 19735 h 1184116"/>
              <a:gd name="connsiteX15" fmla="*/ 894665 w 2710308"/>
              <a:gd name="connsiteY15" fmla="*/ 42760 h 1184116"/>
              <a:gd name="connsiteX16" fmla="*/ 894665 w 2710308"/>
              <a:gd name="connsiteY16" fmla="*/ 72363 h 1184116"/>
              <a:gd name="connsiteX17" fmla="*/ 897954 w 2710308"/>
              <a:gd name="connsiteY17" fmla="*/ 92098 h 1184116"/>
              <a:gd name="connsiteX18" fmla="*/ 953870 w 2710308"/>
              <a:gd name="connsiteY18" fmla="*/ 105255 h 1184116"/>
              <a:gd name="connsiteX19" fmla="*/ 980184 w 2710308"/>
              <a:gd name="connsiteY19" fmla="*/ 128279 h 1184116"/>
              <a:gd name="connsiteX20" fmla="*/ 957159 w 2710308"/>
              <a:gd name="connsiteY20" fmla="*/ 164461 h 1184116"/>
              <a:gd name="connsiteX21" fmla="*/ 957159 w 2710308"/>
              <a:gd name="connsiteY21" fmla="*/ 226956 h 1184116"/>
              <a:gd name="connsiteX22" fmla="*/ 976895 w 2710308"/>
              <a:gd name="connsiteY22" fmla="*/ 253269 h 1184116"/>
              <a:gd name="connsiteX23" fmla="*/ 1036100 w 2710308"/>
              <a:gd name="connsiteY23" fmla="*/ 220377 h 1184116"/>
              <a:gd name="connsiteX24" fmla="*/ 1068993 w 2710308"/>
              <a:gd name="connsiteY24" fmla="*/ 213799 h 1184116"/>
              <a:gd name="connsiteX25" fmla="*/ 1082149 w 2710308"/>
              <a:gd name="connsiteY25" fmla="*/ 210510 h 1184116"/>
              <a:gd name="connsiteX26" fmla="*/ 1095306 w 2710308"/>
              <a:gd name="connsiteY26" fmla="*/ 203931 h 1184116"/>
              <a:gd name="connsiteX27" fmla="*/ 1095306 w 2710308"/>
              <a:gd name="connsiteY27" fmla="*/ 203931 h 1184116"/>
              <a:gd name="connsiteX28" fmla="*/ 1085439 w 2710308"/>
              <a:gd name="connsiteY28" fmla="*/ 157882 h 1184116"/>
              <a:gd name="connsiteX29" fmla="*/ 1085439 w 2710308"/>
              <a:gd name="connsiteY29" fmla="*/ 157882 h 1184116"/>
              <a:gd name="connsiteX30" fmla="*/ 1124909 w 2710308"/>
              <a:gd name="connsiteY30" fmla="*/ 124990 h 1184116"/>
              <a:gd name="connsiteX31" fmla="*/ 1187404 w 2710308"/>
              <a:gd name="connsiteY31" fmla="*/ 144725 h 1184116"/>
              <a:gd name="connsiteX32" fmla="*/ 1230164 w 2710308"/>
              <a:gd name="connsiteY32" fmla="*/ 167750 h 1184116"/>
              <a:gd name="connsiteX33" fmla="*/ 1272923 w 2710308"/>
              <a:gd name="connsiteY33" fmla="*/ 223666 h 1184116"/>
              <a:gd name="connsiteX34" fmla="*/ 1289370 w 2710308"/>
              <a:gd name="connsiteY34" fmla="*/ 253269 h 1184116"/>
              <a:gd name="connsiteX35" fmla="*/ 1322262 w 2710308"/>
              <a:gd name="connsiteY35" fmla="*/ 256559 h 1184116"/>
              <a:gd name="connsiteX36" fmla="*/ 1358443 w 2710308"/>
              <a:gd name="connsiteY36" fmla="*/ 243402 h 1184116"/>
              <a:gd name="connsiteX37" fmla="*/ 1394624 w 2710308"/>
              <a:gd name="connsiteY37" fmla="*/ 243402 h 1184116"/>
              <a:gd name="connsiteX38" fmla="*/ 1394624 w 2710308"/>
              <a:gd name="connsiteY38" fmla="*/ 243402 h 1184116"/>
              <a:gd name="connsiteX39" fmla="*/ 1371600 w 2710308"/>
              <a:gd name="connsiteY39" fmla="*/ 289451 h 1184116"/>
              <a:gd name="connsiteX40" fmla="*/ 1348575 w 2710308"/>
              <a:gd name="connsiteY40" fmla="*/ 342078 h 1184116"/>
              <a:gd name="connsiteX41" fmla="*/ 1348575 w 2710308"/>
              <a:gd name="connsiteY41" fmla="*/ 361813 h 1184116"/>
              <a:gd name="connsiteX42" fmla="*/ 1374889 w 2710308"/>
              <a:gd name="connsiteY42" fmla="*/ 381548 h 1184116"/>
              <a:gd name="connsiteX43" fmla="*/ 1434095 w 2710308"/>
              <a:gd name="connsiteY43" fmla="*/ 414441 h 1184116"/>
              <a:gd name="connsiteX44" fmla="*/ 1552506 w 2710308"/>
              <a:gd name="connsiteY44" fmla="*/ 536141 h 1184116"/>
              <a:gd name="connsiteX45" fmla="*/ 1506457 w 2710308"/>
              <a:gd name="connsiteY45" fmla="*/ 628239 h 1184116"/>
              <a:gd name="connsiteX46" fmla="*/ 1493300 w 2710308"/>
              <a:gd name="connsiteY46" fmla="*/ 667710 h 1184116"/>
              <a:gd name="connsiteX47" fmla="*/ 1506457 w 2710308"/>
              <a:gd name="connsiteY47" fmla="*/ 694023 h 1184116"/>
              <a:gd name="connsiteX48" fmla="*/ 1585398 w 2710308"/>
              <a:gd name="connsiteY48" fmla="*/ 670999 h 1184116"/>
              <a:gd name="connsiteX49" fmla="*/ 1651182 w 2710308"/>
              <a:gd name="connsiteY49" fmla="*/ 664420 h 1184116"/>
              <a:gd name="connsiteX50" fmla="*/ 1707099 w 2710308"/>
              <a:gd name="connsiteY50" fmla="*/ 677577 h 1184116"/>
              <a:gd name="connsiteX51" fmla="*/ 1726834 w 2710308"/>
              <a:gd name="connsiteY51" fmla="*/ 707180 h 1184116"/>
              <a:gd name="connsiteX52" fmla="*/ 1736702 w 2710308"/>
              <a:gd name="connsiteY52" fmla="*/ 776253 h 1184116"/>
              <a:gd name="connsiteX53" fmla="*/ 1759726 w 2710308"/>
              <a:gd name="connsiteY53" fmla="*/ 782832 h 1184116"/>
              <a:gd name="connsiteX54" fmla="*/ 1805775 w 2710308"/>
              <a:gd name="connsiteY54" fmla="*/ 786121 h 1184116"/>
              <a:gd name="connsiteX55" fmla="*/ 1851824 w 2710308"/>
              <a:gd name="connsiteY55" fmla="*/ 759807 h 1184116"/>
              <a:gd name="connsiteX56" fmla="*/ 1901162 w 2710308"/>
              <a:gd name="connsiteY56" fmla="*/ 723626 h 1184116"/>
              <a:gd name="connsiteX57" fmla="*/ 1940633 w 2710308"/>
              <a:gd name="connsiteY57" fmla="*/ 710469 h 1184116"/>
              <a:gd name="connsiteX58" fmla="*/ 1976814 w 2710308"/>
              <a:gd name="connsiteY58" fmla="*/ 736783 h 1184116"/>
              <a:gd name="connsiteX59" fmla="*/ 1993260 w 2710308"/>
              <a:gd name="connsiteY59" fmla="*/ 792700 h 1184116"/>
              <a:gd name="connsiteX60" fmla="*/ 2039309 w 2710308"/>
              <a:gd name="connsiteY60" fmla="*/ 802567 h 1184116"/>
              <a:gd name="connsiteX61" fmla="*/ 2082069 w 2710308"/>
              <a:gd name="connsiteY61" fmla="*/ 792700 h 1184116"/>
              <a:gd name="connsiteX62" fmla="*/ 2114961 w 2710308"/>
              <a:gd name="connsiteY62" fmla="*/ 812435 h 1184116"/>
              <a:gd name="connsiteX63" fmla="*/ 2124829 w 2710308"/>
              <a:gd name="connsiteY63" fmla="*/ 838748 h 1184116"/>
              <a:gd name="connsiteX64" fmla="*/ 2174167 w 2710308"/>
              <a:gd name="connsiteY64" fmla="*/ 894665 h 1184116"/>
              <a:gd name="connsiteX65" fmla="*/ 2193902 w 2710308"/>
              <a:gd name="connsiteY65" fmla="*/ 901243 h 1184116"/>
              <a:gd name="connsiteX66" fmla="*/ 2276132 w 2710308"/>
              <a:gd name="connsiteY66" fmla="*/ 901243 h 1184116"/>
              <a:gd name="connsiteX67" fmla="*/ 2299157 w 2710308"/>
              <a:gd name="connsiteY67" fmla="*/ 881508 h 1184116"/>
              <a:gd name="connsiteX68" fmla="*/ 2332049 w 2710308"/>
              <a:gd name="connsiteY68" fmla="*/ 865062 h 1184116"/>
              <a:gd name="connsiteX69" fmla="*/ 2381387 w 2710308"/>
              <a:gd name="connsiteY69" fmla="*/ 861773 h 1184116"/>
              <a:gd name="connsiteX70" fmla="*/ 2378098 w 2710308"/>
              <a:gd name="connsiteY70" fmla="*/ 973607 h 1184116"/>
              <a:gd name="connsiteX71" fmla="*/ 2332049 w 2710308"/>
              <a:gd name="connsiteY71" fmla="*/ 1062415 h 1184116"/>
              <a:gd name="connsiteX72" fmla="*/ 2457038 w 2710308"/>
              <a:gd name="connsiteY72" fmla="*/ 1121621 h 1184116"/>
              <a:gd name="connsiteX73" fmla="*/ 2512956 w 2710308"/>
              <a:gd name="connsiteY73" fmla="*/ 1184116 h 1184116"/>
              <a:gd name="connsiteX74" fmla="*/ 2651102 w 2710308"/>
              <a:gd name="connsiteY74" fmla="*/ 1003209 h 1184116"/>
              <a:gd name="connsiteX75" fmla="*/ 2710308 w 2710308"/>
              <a:gd name="connsiteY75" fmla="*/ 1009787 h 1184116"/>
              <a:gd name="connsiteX76" fmla="*/ 2710308 w 2710308"/>
              <a:gd name="connsiteY76" fmla="*/ 1016366 h 1184116"/>
              <a:gd name="connsiteX0" fmla="*/ 0 w 2710308"/>
              <a:gd name="connsiteY0" fmla="*/ 23025 h 1184116"/>
              <a:gd name="connsiteX1" fmla="*/ 92098 w 2710308"/>
              <a:gd name="connsiteY1" fmla="*/ 49338 h 1184116"/>
              <a:gd name="connsiteX2" fmla="*/ 134857 w 2710308"/>
              <a:gd name="connsiteY2" fmla="*/ 49338 h 1184116"/>
              <a:gd name="connsiteX3" fmla="*/ 236823 w 2710308"/>
              <a:gd name="connsiteY3" fmla="*/ 52628 h 1184116"/>
              <a:gd name="connsiteX4" fmla="*/ 299318 w 2710308"/>
              <a:gd name="connsiteY4" fmla="*/ 42760 h 1184116"/>
              <a:gd name="connsiteX5" fmla="*/ 404572 w 2710308"/>
              <a:gd name="connsiteY5" fmla="*/ 42760 h 1184116"/>
              <a:gd name="connsiteX6" fmla="*/ 440754 w 2710308"/>
              <a:gd name="connsiteY6" fmla="*/ 39471 h 1184116"/>
              <a:gd name="connsiteX7" fmla="*/ 506538 w 2710308"/>
              <a:gd name="connsiteY7" fmla="*/ 29603 h 1184116"/>
              <a:gd name="connsiteX8" fmla="*/ 605214 w 2710308"/>
              <a:gd name="connsiteY8" fmla="*/ 26314 h 1184116"/>
              <a:gd name="connsiteX9" fmla="*/ 641395 w 2710308"/>
              <a:gd name="connsiteY9" fmla="*/ 19735 h 1184116"/>
              <a:gd name="connsiteX10" fmla="*/ 690734 w 2710308"/>
              <a:gd name="connsiteY10" fmla="*/ 3289 h 1184116"/>
              <a:gd name="connsiteX11" fmla="*/ 766385 w 2710308"/>
              <a:gd name="connsiteY11" fmla="*/ 0 h 1184116"/>
              <a:gd name="connsiteX12" fmla="*/ 812434 w 2710308"/>
              <a:gd name="connsiteY12" fmla="*/ 6579 h 1184116"/>
              <a:gd name="connsiteX13" fmla="*/ 842037 w 2710308"/>
              <a:gd name="connsiteY13" fmla="*/ 9868 h 1184116"/>
              <a:gd name="connsiteX14" fmla="*/ 874929 w 2710308"/>
              <a:gd name="connsiteY14" fmla="*/ 19735 h 1184116"/>
              <a:gd name="connsiteX15" fmla="*/ 894665 w 2710308"/>
              <a:gd name="connsiteY15" fmla="*/ 42760 h 1184116"/>
              <a:gd name="connsiteX16" fmla="*/ 894665 w 2710308"/>
              <a:gd name="connsiteY16" fmla="*/ 72363 h 1184116"/>
              <a:gd name="connsiteX17" fmla="*/ 897954 w 2710308"/>
              <a:gd name="connsiteY17" fmla="*/ 92098 h 1184116"/>
              <a:gd name="connsiteX18" fmla="*/ 953870 w 2710308"/>
              <a:gd name="connsiteY18" fmla="*/ 105255 h 1184116"/>
              <a:gd name="connsiteX19" fmla="*/ 980184 w 2710308"/>
              <a:gd name="connsiteY19" fmla="*/ 128279 h 1184116"/>
              <a:gd name="connsiteX20" fmla="*/ 957159 w 2710308"/>
              <a:gd name="connsiteY20" fmla="*/ 164461 h 1184116"/>
              <a:gd name="connsiteX21" fmla="*/ 957159 w 2710308"/>
              <a:gd name="connsiteY21" fmla="*/ 226956 h 1184116"/>
              <a:gd name="connsiteX22" fmla="*/ 976895 w 2710308"/>
              <a:gd name="connsiteY22" fmla="*/ 253269 h 1184116"/>
              <a:gd name="connsiteX23" fmla="*/ 1036100 w 2710308"/>
              <a:gd name="connsiteY23" fmla="*/ 220377 h 1184116"/>
              <a:gd name="connsiteX24" fmla="*/ 1068993 w 2710308"/>
              <a:gd name="connsiteY24" fmla="*/ 213799 h 1184116"/>
              <a:gd name="connsiteX25" fmla="*/ 1082149 w 2710308"/>
              <a:gd name="connsiteY25" fmla="*/ 210510 h 1184116"/>
              <a:gd name="connsiteX26" fmla="*/ 1095306 w 2710308"/>
              <a:gd name="connsiteY26" fmla="*/ 203931 h 1184116"/>
              <a:gd name="connsiteX27" fmla="*/ 1095306 w 2710308"/>
              <a:gd name="connsiteY27" fmla="*/ 203931 h 1184116"/>
              <a:gd name="connsiteX28" fmla="*/ 1085439 w 2710308"/>
              <a:gd name="connsiteY28" fmla="*/ 157882 h 1184116"/>
              <a:gd name="connsiteX29" fmla="*/ 1085439 w 2710308"/>
              <a:gd name="connsiteY29" fmla="*/ 157882 h 1184116"/>
              <a:gd name="connsiteX30" fmla="*/ 1124909 w 2710308"/>
              <a:gd name="connsiteY30" fmla="*/ 124990 h 1184116"/>
              <a:gd name="connsiteX31" fmla="*/ 1187404 w 2710308"/>
              <a:gd name="connsiteY31" fmla="*/ 144725 h 1184116"/>
              <a:gd name="connsiteX32" fmla="*/ 1230164 w 2710308"/>
              <a:gd name="connsiteY32" fmla="*/ 167750 h 1184116"/>
              <a:gd name="connsiteX33" fmla="*/ 1272923 w 2710308"/>
              <a:gd name="connsiteY33" fmla="*/ 223666 h 1184116"/>
              <a:gd name="connsiteX34" fmla="*/ 1289370 w 2710308"/>
              <a:gd name="connsiteY34" fmla="*/ 253269 h 1184116"/>
              <a:gd name="connsiteX35" fmla="*/ 1322262 w 2710308"/>
              <a:gd name="connsiteY35" fmla="*/ 256559 h 1184116"/>
              <a:gd name="connsiteX36" fmla="*/ 1358443 w 2710308"/>
              <a:gd name="connsiteY36" fmla="*/ 243402 h 1184116"/>
              <a:gd name="connsiteX37" fmla="*/ 1394624 w 2710308"/>
              <a:gd name="connsiteY37" fmla="*/ 243402 h 1184116"/>
              <a:gd name="connsiteX38" fmla="*/ 1394624 w 2710308"/>
              <a:gd name="connsiteY38" fmla="*/ 243402 h 1184116"/>
              <a:gd name="connsiteX39" fmla="*/ 1371600 w 2710308"/>
              <a:gd name="connsiteY39" fmla="*/ 289451 h 1184116"/>
              <a:gd name="connsiteX40" fmla="*/ 1348575 w 2710308"/>
              <a:gd name="connsiteY40" fmla="*/ 342078 h 1184116"/>
              <a:gd name="connsiteX41" fmla="*/ 1348575 w 2710308"/>
              <a:gd name="connsiteY41" fmla="*/ 361813 h 1184116"/>
              <a:gd name="connsiteX42" fmla="*/ 1374889 w 2710308"/>
              <a:gd name="connsiteY42" fmla="*/ 381548 h 1184116"/>
              <a:gd name="connsiteX43" fmla="*/ 1434095 w 2710308"/>
              <a:gd name="connsiteY43" fmla="*/ 414441 h 1184116"/>
              <a:gd name="connsiteX44" fmla="*/ 1552506 w 2710308"/>
              <a:gd name="connsiteY44" fmla="*/ 536141 h 1184116"/>
              <a:gd name="connsiteX45" fmla="*/ 1506457 w 2710308"/>
              <a:gd name="connsiteY45" fmla="*/ 628239 h 1184116"/>
              <a:gd name="connsiteX46" fmla="*/ 1493300 w 2710308"/>
              <a:gd name="connsiteY46" fmla="*/ 667710 h 1184116"/>
              <a:gd name="connsiteX47" fmla="*/ 1506457 w 2710308"/>
              <a:gd name="connsiteY47" fmla="*/ 694023 h 1184116"/>
              <a:gd name="connsiteX48" fmla="*/ 1585398 w 2710308"/>
              <a:gd name="connsiteY48" fmla="*/ 670999 h 1184116"/>
              <a:gd name="connsiteX49" fmla="*/ 1651182 w 2710308"/>
              <a:gd name="connsiteY49" fmla="*/ 664420 h 1184116"/>
              <a:gd name="connsiteX50" fmla="*/ 1707099 w 2710308"/>
              <a:gd name="connsiteY50" fmla="*/ 677577 h 1184116"/>
              <a:gd name="connsiteX51" fmla="*/ 1726834 w 2710308"/>
              <a:gd name="connsiteY51" fmla="*/ 707180 h 1184116"/>
              <a:gd name="connsiteX52" fmla="*/ 1736702 w 2710308"/>
              <a:gd name="connsiteY52" fmla="*/ 776253 h 1184116"/>
              <a:gd name="connsiteX53" fmla="*/ 1759726 w 2710308"/>
              <a:gd name="connsiteY53" fmla="*/ 782832 h 1184116"/>
              <a:gd name="connsiteX54" fmla="*/ 1805775 w 2710308"/>
              <a:gd name="connsiteY54" fmla="*/ 786121 h 1184116"/>
              <a:gd name="connsiteX55" fmla="*/ 1851824 w 2710308"/>
              <a:gd name="connsiteY55" fmla="*/ 759807 h 1184116"/>
              <a:gd name="connsiteX56" fmla="*/ 1901162 w 2710308"/>
              <a:gd name="connsiteY56" fmla="*/ 723626 h 1184116"/>
              <a:gd name="connsiteX57" fmla="*/ 1940633 w 2710308"/>
              <a:gd name="connsiteY57" fmla="*/ 710469 h 1184116"/>
              <a:gd name="connsiteX58" fmla="*/ 1976814 w 2710308"/>
              <a:gd name="connsiteY58" fmla="*/ 736783 h 1184116"/>
              <a:gd name="connsiteX59" fmla="*/ 1993260 w 2710308"/>
              <a:gd name="connsiteY59" fmla="*/ 792700 h 1184116"/>
              <a:gd name="connsiteX60" fmla="*/ 2039309 w 2710308"/>
              <a:gd name="connsiteY60" fmla="*/ 802567 h 1184116"/>
              <a:gd name="connsiteX61" fmla="*/ 2082069 w 2710308"/>
              <a:gd name="connsiteY61" fmla="*/ 792700 h 1184116"/>
              <a:gd name="connsiteX62" fmla="*/ 2114961 w 2710308"/>
              <a:gd name="connsiteY62" fmla="*/ 812435 h 1184116"/>
              <a:gd name="connsiteX63" fmla="*/ 2124829 w 2710308"/>
              <a:gd name="connsiteY63" fmla="*/ 838748 h 1184116"/>
              <a:gd name="connsiteX64" fmla="*/ 2174167 w 2710308"/>
              <a:gd name="connsiteY64" fmla="*/ 894665 h 1184116"/>
              <a:gd name="connsiteX65" fmla="*/ 2193902 w 2710308"/>
              <a:gd name="connsiteY65" fmla="*/ 901243 h 1184116"/>
              <a:gd name="connsiteX66" fmla="*/ 2276132 w 2710308"/>
              <a:gd name="connsiteY66" fmla="*/ 901243 h 1184116"/>
              <a:gd name="connsiteX67" fmla="*/ 2299157 w 2710308"/>
              <a:gd name="connsiteY67" fmla="*/ 881508 h 1184116"/>
              <a:gd name="connsiteX68" fmla="*/ 2332049 w 2710308"/>
              <a:gd name="connsiteY68" fmla="*/ 865062 h 1184116"/>
              <a:gd name="connsiteX69" fmla="*/ 2381387 w 2710308"/>
              <a:gd name="connsiteY69" fmla="*/ 861773 h 1184116"/>
              <a:gd name="connsiteX70" fmla="*/ 2378098 w 2710308"/>
              <a:gd name="connsiteY70" fmla="*/ 973607 h 1184116"/>
              <a:gd name="connsiteX71" fmla="*/ 2332049 w 2710308"/>
              <a:gd name="connsiteY71" fmla="*/ 1062415 h 1184116"/>
              <a:gd name="connsiteX72" fmla="*/ 2457038 w 2710308"/>
              <a:gd name="connsiteY72" fmla="*/ 1121621 h 1184116"/>
              <a:gd name="connsiteX73" fmla="*/ 2512956 w 2710308"/>
              <a:gd name="connsiteY73" fmla="*/ 1184116 h 1184116"/>
              <a:gd name="connsiteX74" fmla="*/ 2628078 w 2710308"/>
              <a:gd name="connsiteY74" fmla="*/ 1144644 h 1184116"/>
              <a:gd name="connsiteX75" fmla="*/ 2710308 w 2710308"/>
              <a:gd name="connsiteY75" fmla="*/ 1009787 h 1184116"/>
              <a:gd name="connsiteX76" fmla="*/ 2710308 w 2710308"/>
              <a:gd name="connsiteY76" fmla="*/ 1016366 h 1184116"/>
              <a:gd name="connsiteX0" fmla="*/ 0 w 2795828"/>
              <a:gd name="connsiteY0" fmla="*/ 23025 h 1184116"/>
              <a:gd name="connsiteX1" fmla="*/ 92098 w 2795828"/>
              <a:gd name="connsiteY1" fmla="*/ 49338 h 1184116"/>
              <a:gd name="connsiteX2" fmla="*/ 134857 w 2795828"/>
              <a:gd name="connsiteY2" fmla="*/ 49338 h 1184116"/>
              <a:gd name="connsiteX3" fmla="*/ 236823 w 2795828"/>
              <a:gd name="connsiteY3" fmla="*/ 52628 h 1184116"/>
              <a:gd name="connsiteX4" fmla="*/ 299318 w 2795828"/>
              <a:gd name="connsiteY4" fmla="*/ 42760 h 1184116"/>
              <a:gd name="connsiteX5" fmla="*/ 404572 w 2795828"/>
              <a:gd name="connsiteY5" fmla="*/ 42760 h 1184116"/>
              <a:gd name="connsiteX6" fmla="*/ 440754 w 2795828"/>
              <a:gd name="connsiteY6" fmla="*/ 39471 h 1184116"/>
              <a:gd name="connsiteX7" fmla="*/ 506538 w 2795828"/>
              <a:gd name="connsiteY7" fmla="*/ 29603 h 1184116"/>
              <a:gd name="connsiteX8" fmla="*/ 605214 w 2795828"/>
              <a:gd name="connsiteY8" fmla="*/ 26314 h 1184116"/>
              <a:gd name="connsiteX9" fmla="*/ 641395 w 2795828"/>
              <a:gd name="connsiteY9" fmla="*/ 19735 h 1184116"/>
              <a:gd name="connsiteX10" fmla="*/ 690734 w 2795828"/>
              <a:gd name="connsiteY10" fmla="*/ 3289 h 1184116"/>
              <a:gd name="connsiteX11" fmla="*/ 766385 w 2795828"/>
              <a:gd name="connsiteY11" fmla="*/ 0 h 1184116"/>
              <a:gd name="connsiteX12" fmla="*/ 812434 w 2795828"/>
              <a:gd name="connsiteY12" fmla="*/ 6579 h 1184116"/>
              <a:gd name="connsiteX13" fmla="*/ 842037 w 2795828"/>
              <a:gd name="connsiteY13" fmla="*/ 9868 h 1184116"/>
              <a:gd name="connsiteX14" fmla="*/ 874929 w 2795828"/>
              <a:gd name="connsiteY14" fmla="*/ 19735 h 1184116"/>
              <a:gd name="connsiteX15" fmla="*/ 894665 w 2795828"/>
              <a:gd name="connsiteY15" fmla="*/ 42760 h 1184116"/>
              <a:gd name="connsiteX16" fmla="*/ 894665 w 2795828"/>
              <a:gd name="connsiteY16" fmla="*/ 72363 h 1184116"/>
              <a:gd name="connsiteX17" fmla="*/ 897954 w 2795828"/>
              <a:gd name="connsiteY17" fmla="*/ 92098 h 1184116"/>
              <a:gd name="connsiteX18" fmla="*/ 953870 w 2795828"/>
              <a:gd name="connsiteY18" fmla="*/ 105255 h 1184116"/>
              <a:gd name="connsiteX19" fmla="*/ 980184 w 2795828"/>
              <a:gd name="connsiteY19" fmla="*/ 128279 h 1184116"/>
              <a:gd name="connsiteX20" fmla="*/ 957159 w 2795828"/>
              <a:gd name="connsiteY20" fmla="*/ 164461 h 1184116"/>
              <a:gd name="connsiteX21" fmla="*/ 957159 w 2795828"/>
              <a:gd name="connsiteY21" fmla="*/ 226956 h 1184116"/>
              <a:gd name="connsiteX22" fmla="*/ 976895 w 2795828"/>
              <a:gd name="connsiteY22" fmla="*/ 253269 h 1184116"/>
              <a:gd name="connsiteX23" fmla="*/ 1036100 w 2795828"/>
              <a:gd name="connsiteY23" fmla="*/ 220377 h 1184116"/>
              <a:gd name="connsiteX24" fmla="*/ 1068993 w 2795828"/>
              <a:gd name="connsiteY24" fmla="*/ 213799 h 1184116"/>
              <a:gd name="connsiteX25" fmla="*/ 1082149 w 2795828"/>
              <a:gd name="connsiteY25" fmla="*/ 210510 h 1184116"/>
              <a:gd name="connsiteX26" fmla="*/ 1095306 w 2795828"/>
              <a:gd name="connsiteY26" fmla="*/ 203931 h 1184116"/>
              <a:gd name="connsiteX27" fmla="*/ 1095306 w 2795828"/>
              <a:gd name="connsiteY27" fmla="*/ 203931 h 1184116"/>
              <a:gd name="connsiteX28" fmla="*/ 1085439 w 2795828"/>
              <a:gd name="connsiteY28" fmla="*/ 157882 h 1184116"/>
              <a:gd name="connsiteX29" fmla="*/ 1085439 w 2795828"/>
              <a:gd name="connsiteY29" fmla="*/ 157882 h 1184116"/>
              <a:gd name="connsiteX30" fmla="*/ 1124909 w 2795828"/>
              <a:gd name="connsiteY30" fmla="*/ 124990 h 1184116"/>
              <a:gd name="connsiteX31" fmla="*/ 1187404 w 2795828"/>
              <a:gd name="connsiteY31" fmla="*/ 144725 h 1184116"/>
              <a:gd name="connsiteX32" fmla="*/ 1230164 w 2795828"/>
              <a:gd name="connsiteY32" fmla="*/ 167750 h 1184116"/>
              <a:gd name="connsiteX33" fmla="*/ 1272923 w 2795828"/>
              <a:gd name="connsiteY33" fmla="*/ 223666 h 1184116"/>
              <a:gd name="connsiteX34" fmla="*/ 1289370 w 2795828"/>
              <a:gd name="connsiteY34" fmla="*/ 253269 h 1184116"/>
              <a:gd name="connsiteX35" fmla="*/ 1322262 w 2795828"/>
              <a:gd name="connsiteY35" fmla="*/ 256559 h 1184116"/>
              <a:gd name="connsiteX36" fmla="*/ 1358443 w 2795828"/>
              <a:gd name="connsiteY36" fmla="*/ 243402 h 1184116"/>
              <a:gd name="connsiteX37" fmla="*/ 1394624 w 2795828"/>
              <a:gd name="connsiteY37" fmla="*/ 243402 h 1184116"/>
              <a:gd name="connsiteX38" fmla="*/ 1394624 w 2795828"/>
              <a:gd name="connsiteY38" fmla="*/ 243402 h 1184116"/>
              <a:gd name="connsiteX39" fmla="*/ 1371600 w 2795828"/>
              <a:gd name="connsiteY39" fmla="*/ 289451 h 1184116"/>
              <a:gd name="connsiteX40" fmla="*/ 1348575 w 2795828"/>
              <a:gd name="connsiteY40" fmla="*/ 342078 h 1184116"/>
              <a:gd name="connsiteX41" fmla="*/ 1348575 w 2795828"/>
              <a:gd name="connsiteY41" fmla="*/ 361813 h 1184116"/>
              <a:gd name="connsiteX42" fmla="*/ 1374889 w 2795828"/>
              <a:gd name="connsiteY42" fmla="*/ 381548 h 1184116"/>
              <a:gd name="connsiteX43" fmla="*/ 1434095 w 2795828"/>
              <a:gd name="connsiteY43" fmla="*/ 414441 h 1184116"/>
              <a:gd name="connsiteX44" fmla="*/ 1552506 w 2795828"/>
              <a:gd name="connsiteY44" fmla="*/ 536141 h 1184116"/>
              <a:gd name="connsiteX45" fmla="*/ 1506457 w 2795828"/>
              <a:gd name="connsiteY45" fmla="*/ 628239 h 1184116"/>
              <a:gd name="connsiteX46" fmla="*/ 1493300 w 2795828"/>
              <a:gd name="connsiteY46" fmla="*/ 667710 h 1184116"/>
              <a:gd name="connsiteX47" fmla="*/ 1506457 w 2795828"/>
              <a:gd name="connsiteY47" fmla="*/ 694023 h 1184116"/>
              <a:gd name="connsiteX48" fmla="*/ 1585398 w 2795828"/>
              <a:gd name="connsiteY48" fmla="*/ 670999 h 1184116"/>
              <a:gd name="connsiteX49" fmla="*/ 1651182 w 2795828"/>
              <a:gd name="connsiteY49" fmla="*/ 664420 h 1184116"/>
              <a:gd name="connsiteX50" fmla="*/ 1707099 w 2795828"/>
              <a:gd name="connsiteY50" fmla="*/ 677577 h 1184116"/>
              <a:gd name="connsiteX51" fmla="*/ 1726834 w 2795828"/>
              <a:gd name="connsiteY51" fmla="*/ 707180 h 1184116"/>
              <a:gd name="connsiteX52" fmla="*/ 1736702 w 2795828"/>
              <a:gd name="connsiteY52" fmla="*/ 776253 h 1184116"/>
              <a:gd name="connsiteX53" fmla="*/ 1759726 w 2795828"/>
              <a:gd name="connsiteY53" fmla="*/ 782832 h 1184116"/>
              <a:gd name="connsiteX54" fmla="*/ 1805775 w 2795828"/>
              <a:gd name="connsiteY54" fmla="*/ 786121 h 1184116"/>
              <a:gd name="connsiteX55" fmla="*/ 1851824 w 2795828"/>
              <a:gd name="connsiteY55" fmla="*/ 759807 h 1184116"/>
              <a:gd name="connsiteX56" fmla="*/ 1901162 w 2795828"/>
              <a:gd name="connsiteY56" fmla="*/ 723626 h 1184116"/>
              <a:gd name="connsiteX57" fmla="*/ 1940633 w 2795828"/>
              <a:gd name="connsiteY57" fmla="*/ 710469 h 1184116"/>
              <a:gd name="connsiteX58" fmla="*/ 1976814 w 2795828"/>
              <a:gd name="connsiteY58" fmla="*/ 736783 h 1184116"/>
              <a:gd name="connsiteX59" fmla="*/ 1993260 w 2795828"/>
              <a:gd name="connsiteY59" fmla="*/ 792700 h 1184116"/>
              <a:gd name="connsiteX60" fmla="*/ 2039309 w 2795828"/>
              <a:gd name="connsiteY60" fmla="*/ 802567 h 1184116"/>
              <a:gd name="connsiteX61" fmla="*/ 2082069 w 2795828"/>
              <a:gd name="connsiteY61" fmla="*/ 792700 h 1184116"/>
              <a:gd name="connsiteX62" fmla="*/ 2114961 w 2795828"/>
              <a:gd name="connsiteY62" fmla="*/ 812435 h 1184116"/>
              <a:gd name="connsiteX63" fmla="*/ 2124829 w 2795828"/>
              <a:gd name="connsiteY63" fmla="*/ 838748 h 1184116"/>
              <a:gd name="connsiteX64" fmla="*/ 2174167 w 2795828"/>
              <a:gd name="connsiteY64" fmla="*/ 894665 h 1184116"/>
              <a:gd name="connsiteX65" fmla="*/ 2193902 w 2795828"/>
              <a:gd name="connsiteY65" fmla="*/ 901243 h 1184116"/>
              <a:gd name="connsiteX66" fmla="*/ 2276132 w 2795828"/>
              <a:gd name="connsiteY66" fmla="*/ 901243 h 1184116"/>
              <a:gd name="connsiteX67" fmla="*/ 2299157 w 2795828"/>
              <a:gd name="connsiteY67" fmla="*/ 881508 h 1184116"/>
              <a:gd name="connsiteX68" fmla="*/ 2332049 w 2795828"/>
              <a:gd name="connsiteY68" fmla="*/ 865062 h 1184116"/>
              <a:gd name="connsiteX69" fmla="*/ 2381387 w 2795828"/>
              <a:gd name="connsiteY69" fmla="*/ 861773 h 1184116"/>
              <a:gd name="connsiteX70" fmla="*/ 2378098 w 2795828"/>
              <a:gd name="connsiteY70" fmla="*/ 973607 h 1184116"/>
              <a:gd name="connsiteX71" fmla="*/ 2332049 w 2795828"/>
              <a:gd name="connsiteY71" fmla="*/ 1062415 h 1184116"/>
              <a:gd name="connsiteX72" fmla="*/ 2457038 w 2795828"/>
              <a:gd name="connsiteY72" fmla="*/ 1121621 h 1184116"/>
              <a:gd name="connsiteX73" fmla="*/ 2512956 w 2795828"/>
              <a:gd name="connsiteY73" fmla="*/ 1184116 h 1184116"/>
              <a:gd name="connsiteX74" fmla="*/ 2628078 w 2795828"/>
              <a:gd name="connsiteY74" fmla="*/ 1144644 h 1184116"/>
              <a:gd name="connsiteX75" fmla="*/ 2710308 w 2795828"/>
              <a:gd name="connsiteY75" fmla="*/ 1009787 h 1184116"/>
              <a:gd name="connsiteX76" fmla="*/ 2795828 w 2795828"/>
              <a:gd name="connsiteY76" fmla="*/ 1029523 h 1184116"/>
              <a:gd name="connsiteX0" fmla="*/ 0 w 2795828"/>
              <a:gd name="connsiteY0" fmla="*/ 23025 h 1184116"/>
              <a:gd name="connsiteX1" fmla="*/ 92098 w 2795828"/>
              <a:gd name="connsiteY1" fmla="*/ 49338 h 1184116"/>
              <a:gd name="connsiteX2" fmla="*/ 134857 w 2795828"/>
              <a:gd name="connsiteY2" fmla="*/ 49338 h 1184116"/>
              <a:gd name="connsiteX3" fmla="*/ 236823 w 2795828"/>
              <a:gd name="connsiteY3" fmla="*/ 52628 h 1184116"/>
              <a:gd name="connsiteX4" fmla="*/ 299318 w 2795828"/>
              <a:gd name="connsiteY4" fmla="*/ 42760 h 1184116"/>
              <a:gd name="connsiteX5" fmla="*/ 404572 w 2795828"/>
              <a:gd name="connsiteY5" fmla="*/ 42760 h 1184116"/>
              <a:gd name="connsiteX6" fmla="*/ 440754 w 2795828"/>
              <a:gd name="connsiteY6" fmla="*/ 39471 h 1184116"/>
              <a:gd name="connsiteX7" fmla="*/ 506538 w 2795828"/>
              <a:gd name="connsiteY7" fmla="*/ 29603 h 1184116"/>
              <a:gd name="connsiteX8" fmla="*/ 605214 w 2795828"/>
              <a:gd name="connsiteY8" fmla="*/ 26314 h 1184116"/>
              <a:gd name="connsiteX9" fmla="*/ 641395 w 2795828"/>
              <a:gd name="connsiteY9" fmla="*/ 19735 h 1184116"/>
              <a:gd name="connsiteX10" fmla="*/ 690734 w 2795828"/>
              <a:gd name="connsiteY10" fmla="*/ 3289 h 1184116"/>
              <a:gd name="connsiteX11" fmla="*/ 766385 w 2795828"/>
              <a:gd name="connsiteY11" fmla="*/ 0 h 1184116"/>
              <a:gd name="connsiteX12" fmla="*/ 812434 w 2795828"/>
              <a:gd name="connsiteY12" fmla="*/ 6579 h 1184116"/>
              <a:gd name="connsiteX13" fmla="*/ 842037 w 2795828"/>
              <a:gd name="connsiteY13" fmla="*/ 9868 h 1184116"/>
              <a:gd name="connsiteX14" fmla="*/ 874929 w 2795828"/>
              <a:gd name="connsiteY14" fmla="*/ 19735 h 1184116"/>
              <a:gd name="connsiteX15" fmla="*/ 894665 w 2795828"/>
              <a:gd name="connsiteY15" fmla="*/ 42760 h 1184116"/>
              <a:gd name="connsiteX16" fmla="*/ 894665 w 2795828"/>
              <a:gd name="connsiteY16" fmla="*/ 72363 h 1184116"/>
              <a:gd name="connsiteX17" fmla="*/ 897954 w 2795828"/>
              <a:gd name="connsiteY17" fmla="*/ 92098 h 1184116"/>
              <a:gd name="connsiteX18" fmla="*/ 953870 w 2795828"/>
              <a:gd name="connsiteY18" fmla="*/ 105255 h 1184116"/>
              <a:gd name="connsiteX19" fmla="*/ 980184 w 2795828"/>
              <a:gd name="connsiteY19" fmla="*/ 128279 h 1184116"/>
              <a:gd name="connsiteX20" fmla="*/ 957159 w 2795828"/>
              <a:gd name="connsiteY20" fmla="*/ 164461 h 1184116"/>
              <a:gd name="connsiteX21" fmla="*/ 957159 w 2795828"/>
              <a:gd name="connsiteY21" fmla="*/ 226956 h 1184116"/>
              <a:gd name="connsiteX22" fmla="*/ 976895 w 2795828"/>
              <a:gd name="connsiteY22" fmla="*/ 253269 h 1184116"/>
              <a:gd name="connsiteX23" fmla="*/ 1036100 w 2795828"/>
              <a:gd name="connsiteY23" fmla="*/ 220377 h 1184116"/>
              <a:gd name="connsiteX24" fmla="*/ 1068993 w 2795828"/>
              <a:gd name="connsiteY24" fmla="*/ 213799 h 1184116"/>
              <a:gd name="connsiteX25" fmla="*/ 1082149 w 2795828"/>
              <a:gd name="connsiteY25" fmla="*/ 210510 h 1184116"/>
              <a:gd name="connsiteX26" fmla="*/ 1095306 w 2795828"/>
              <a:gd name="connsiteY26" fmla="*/ 203931 h 1184116"/>
              <a:gd name="connsiteX27" fmla="*/ 1095306 w 2795828"/>
              <a:gd name="connsiteY27" fmla="*/ 203931 h 1184116"/>
              <a:gd name="connsiteX28" fmla="*/ 1085439 w 2795828"/>
              <a:gd name="connsiteY28" fmla="*/ 157882 h 1184116"/>
              <a:gd name="connsiteX29" fmla="*/ 1085439 w 2795828"/>
              <a:gd name="connsiteY29" fmla="*/ 157882 h 1184116"/>
              <a:gd name="connsiteX30" fmla="*/ 1124909 w 2795828"/>
              <a:gd name="connsiteY30" fmla="*/ 124990 h 1184116"/>
              <a:gd name="connsiteX31" fmla="*/ 1187404 w 2795828"/>
              <a:gd name="connsiteY31" fmla="*/ 144725 h 1184116"/>
              <a:gd name="connsiteX32" fmla="*/ 1230164 w 2795828"/>
              <a:gd name="connsiteY32" fmla="*/ 167750 h 1184116"/>
              <a:gd name="connsiteX33" fmla="*/ 1272923 w 2795828"/>
              <a:gd name="connsiteY33" fmla="*/ 223666 h 1184116"/>
              <a:gd name="connsiteX34" fmla="*/ 1289370 w 2795828"/>
              <a:gd name="connsiteY34" fmla="*/ 253269 h 1184116"/>
              <a:gd name="connsiteX35" fmla="*/ 1322262 w 2795828"/>
              <a:gd name="connsiteY35" fmla="*/ 256559 h 1184116"/>
              <a:gd name="connsiteX36" fmla="*/ 1358443 w 2795828"/>
              <a:gd name="connsiteY36" fmla="*/ 243402 h 1184116"/>
              <a:gd name="connsiteX37" fmla="*/ 1394624 w 2795828"/>
              <a:gd name="connsiteY37" fmla="*/ 243402 h 1184116"/>
              <a:gd name="connsiteX38" fmla="*/ 1394624 w 2795828"/>
              <a:gd name="connsiteY38" fmla="*/ 243402 h 1184116"/>
              <a:gd name="connsiteX39" fmla="*/ 1371600 w 2795828"/>
              <a:gd name="connsiteY39" fmla="*/ 289451 h 1184116"/>
              <a:gd name="connsiteX40" fmla="*/ 1348575 w 2795828"/>
              <a:gd name="connsiteY40" fmla="*/ 342078 h 1184116"/>
              <a:gd name="connsiteX41" fmla="*/ 1348575 w 2795828"/>
              <a:gd name="connsiteY41" fmla="*/ 361813 h 1184116"/>
              <a:gd name="connsiteX42" fmla="*/ 1374889 w 2795828"/>
              <a:gd name="connsiteY42" fmla="*/ 381548 h 1184116"/>
              <a:gd name="connsiteX43" fmla="*/ 1434095 w 2795828"/>
              <a:gd name="connsiteY43" fmla="*/ 414441 h 1184116"/>
              <a:gd name="connsiteX44" fmla="*/ 1552506 w 2795828"/>
              <a:gd name="connsiteY44" fmla="*/ 536141 h 1184116"/>
              <a:gd name="connsiteX45" fmla="*/ 1506457 w 2795828"/>
              <a:gd name="connsiteY45" fmla="*/ 628239 h 1184116"/>
              <a:gd name="connsiteX46" fmla="*/ 1493300 w 2795828"/>
              <a:gd name="connsiteY46" fmla="*/ 667710 h 1184116"/>
              <a:gd name="connsiteX47" fmla="*/ 1506457 w 2795828"/>
              <a:gd name="connsiteY47" fmla="*/ 694023 h 1184116"/>
              <a:gd name="connsiteX48" fmla="*/ 1585398 w 2795828"/>
              <a:gd name="connsiteY48" fmla="*/ 670999 h 1184116"/>
              <a:gd name="connsiteX49" fmla="*/ 1651182 w 2795828"/>
              <a:gd name="connsiteY49" fmla="*/ 664420 h 1184116"/>
              <a:gd name="connsiteX50" fmla="*/ 1707099 w 2795828"/>
              <a:gd name="connsiteY50" fmla="*/ 677577 h 1184116"/>
              <a:gd name="connsiteX51" fmla="*/ 1726834 w 2795828"/>
              <a:gd name="connsiteY51" fmla="*/ 707180 h 1184116"/>
              <a:gd name="connsiteX52" fmla="*/ 1736702 w 2795828"/>
              <a:gd name="connsiteY52" fmla="*/ 776253 h 1184116"/>
              <a:gd name="connsiteX53" fmla="*/ 1759726 w 2795828"/>
              <a:gd name="connsiteY53" fmla="*/ 782832 h 1184116"/>
              <a:gd name="connsiteX54" fmla="*/ 1805775 w 2795828"/>
              <a:gd name="connsiteY54" fmla="*/ 786121 h 1184116"/>
              <a:gd name="connsiteX55" fmla="*/ 1851824 w 2795828"/>
              <a:gd name="connsiteY55" fmla="*/ 759807 h 1184116"/>
              <a:gd name="connsiteX56" fmla="*/ 1901162 w 2795828"/>
              <a:gd name="connsiteY56" fmla="*/ 723626 h 1184116"/>
              <a:gd name="connsiteX57" fmla="*/ 1940633 w 2795828"/>
              <a:gd name="connsiteY57" fmla="*/ 710469 h 1184116"/>
              <a:gd name="connsiteX58" fmla="*/ 1976814 w 2795828"/>
              <a:gd name="connsiteY58" fmla="*/ 736783 h 1184116"/>
              <a:gd name="connsiteX59" fmla="*/ 1993260 w 2795828"/>
              <a:gd name="connsiteY59" fmla="*/ 792700 h 1184116"/>
              <a:gd name="connsiteX60" fmla="*/ 2039309 w 2795828"/>
              <a:gd name="connsiteY60" fmla="*/ 802567 h 1184116"/>
              <a:gd name="connsiteX61" fmla="*/ 2082069 w 2795828"/>
              <a:gd name="connsiteY61" fmla="*/ 792700 h 1184116"/>
              <a:gd name="connsiteX62" fmla="*/ 2114961 w 2795828"/>
              <a:gd name="connsiteY62" fmla="*/ 812435 h 1184116"/>
              <a:gd name="connsiteX63" fmla="*/ 2124829 w 2795828"/>
              <a:gd name="connsiteY63" fmla="*/ 838748 h 1184116"/>
              <a:gd name="connsiteX64" fmla="*/ 2174167 w 2795828"/>
              <a:gd name="connsiteY64" fmla="*/ 894665 h 1184116"/>
              <a:gd name="connsiteX65" fmla="*/ 2193902 w 2795828"/>
              <a:gd name="connsiteY65" fmla="*/ 901243 h 1184116"/>
              <a:gd name="connsiteX66" fmla="*/ 2276132 w 2795828"/>
              <a:gd name="connsiteY66" fmla="*/ 901243 h 1184116"/>
              <a:gd name="connsiteX67" fmla="*/ 2299157 w 2795828"/>
              <a:gd name="connsiteY67" fmla="*/ 881508 h 1184116"/>
              <a:gd name="connsiteX68" fmla="*/ 2332049 w 2795828"/>
              <a:gd name="connsiteY68" fmla="*/ 865062 h 1184116"/>
              <a:gd name="connsiteX69" fmla="*/ 2381387 w 2795828"/>
              <a:gd name="connsiteY69" fmla="*/ 861773 h 1184116"/>
              <a:gd name="connsiteX70" fmla="*/ 2378098 w 2795828"/>
              <a:gd name="connsiteY70" fmla="*/ 973607 h 1184116"/>
              <a:gd name="connsiteX71" fmla="*/ 2332049 w 2795828"/>
              <a:gd name="connsiteY71" fmla="*/ 1062415 h 1184116"/>
              <a:gd name="connsiteX72" fmla="*/ 2457038 w 2795828"/>
              <a:gd name="connsiteY72" fmla="*/ 1121621 h 1184116"/>
              <a:gd name="connsiteX73" fmla="*/ 2512956 w 2795828"/>
              <a:gd name="connsiteY73" fmla="*/ 1184116 h 1184116"/>
              <a:gd name="connsiteX74" fmla="*/ 2628078 w 2795828"/>
              <a:gd name="connsiteY74" fmla="*/ 1144644 h 1184116"/>
              <a:gd name="connsiteX75" fmla="*/ 2713597 w 2795828"/>
              <a:gd name="connsiteY75" fmla="*/ 1105174 h 1184116"/>
              <a:gd name="connsiteX76" fmla="*/ 2795828 w 2795828"/>
              <a:gd name="connsiteY76" fmla="*/ 1029523 h 1184116"/>
              <a:gd name="connsiteX0" fmla="*/ 0 w 2901082"/>
              <a:gd name="connsiteY0" fmla="*/ 23025 h 1184116"/>
              <a:gd name="connsiteX1" fmla="*/ 92098 w 2901082"/>
              <a:gd name="connsiteY1" fmla="*/ 49338 h 1184116"/>
              <a:gd name="connsiteX2" fmla="*/ 134857 w 2901082"/>
              <a:gd name="connsiteY2" fmla="*/ 49338 h 1184116"/>
              <a:gd name="connsiteX3" fmla="*/ 236823 w 2901082"/>
              <a:gd name="connsiteY3" fmla="*/ 52628 h 1184116"/>
              <a:gd name="connsiteX4" fmla="*/ 299318 w 2901082"/>
              <a:gd name="connsiteY4" fmla="*/ 42760 h 1184116"/>
              <a:gd name="connsiteX5" fmla="*/ 404572 w 2901082"/>
              <a:gd name="connsiteY5" fmla="*/ 42760 h 1184116"/>
              <a:gd name="connsiteX6" fmla="*/ 440754 w 2901082"/>
              <a:gd name="connsiteY6" fmla="*/ 39471 h 1184116"/>
              <a:gd name="connsiteX7" fmla="*/ 506538 w 2901082"/>
              <a:gd name="connsiteY7" fmla="*/ 29603 h 1184116"/>
              <a:gd name="connsiteX8" fmla="*/ 605214 w 2901082"/>
              <a:gd name="connsiteY8" fmla="*/ 26314 h 1184116"/>
              <a:gd name="connsiteX9" fmla="*/ 641395 w 2901082"/>
              <a:gd name="connsiteY9" fmla="*/ 19735 h 1184116"/>
              <a:gd name="connsiteX10" fmla="*/ 690734 w 2901082"/>
              <a:gd name="connsiteY10" fmla="*/ 3289 h 1184116"/>
              <a:gd name="connsiteX11" fmla="*/ 766385 w 2901082"/>
              <a:gd name="connsiteY11" fmla="*/ 0 h 1184116"/>
              <a:gd name="connsiteX12" fmla="*/ 812434 w 2901082"/>
              <a:gd name="connsiteY12" fmla="*/ 6579 h 1184116"/>
              <a:gd name="connsiteX13" fmla="*/ 842037 w 2901082"/>
              <a:gd name="connsiteY13" fmla="*/ 9868 h 1184116"/>
              <a:gd name="connsiteX14" fmla="*/ 874929 w 2901082"/>
              <a:gd name="connsiteY14" fmla="*/ 19735 h 1184116"/>
              <a:gd name="connsiteX15" fmla="*/ 894665 w 2901082"/>
              <a:gd name="connsiteY15" fmla="*/ 42760 h 1184116"/>
              <a:gd name="connsiteX16" fmla="*/ 894665 w 2901082"/>
              <a:gd name="connsiteY16" fmla="*/ 72363 h 1184116"/>
              <a:gd name="connsiteX17" fmla="*/ 897954 w 2901082"/>
              <a:gd name="connsiteY17" fmla="*/ 92098 h 1184116"/>
              <a:gd name="connsiteX18" fmla="*/ 953870 w 2901082"/>
              <a:gd name="connsiteY18" fmla="*/ 105255 h 1184116"/>
              <a:gd name="connsiteX19" fmla="*/ 980184 w 2901082"/>
              <a:gd name="connsiteY19" fmla="*/ 128279 h 1184116"/>
              <a:gd name="connsiteX20" fmla="*/ 957159 w 2901082"/>
              <a:gd name="connsiteY20" fmla="*/ 164461 h 1184116"/>
              <a:gd name="connsiteX21" fmla="*/ 957159 w 2901082"/>
              <a:gd name="connsiteY21" fmla="*/ 226956 h 1184116"/>
              <a:gd name="connsiteX22" fmla="*/ 976895 w 2901082"/>
              <a:gd name="connsiteY22" fmla="*/ 253269 h 1184116"/>
              <a:gd name="connsiteX23" fmla="*/ 1036100 w 2901082"/>
              <a:gd name="connsiteY23" fmla="*/ 220377 h 1184116"/>
              <a:gd name="connsiteX24" fmla="*/ 1068993 w 2901082"/>
              <a:gd name="connsiteY24" fmla="*/ 213799 h 1184116"/>
              <a:gd name="connsiteX25" fmla="*/ 1082149 w 2901082"/>
              <a:gd name="connsiteY25" fmla="*/ 210510 h 1184116"/>
              <a:gd name="connsiteX26" fmla="*/ 1095306 w 2901082"/>
              <a:gd name="connsiteY26" fmla="*/ 203931 h 1184116"/>
              <a:gd name="connsiteX27" fmla="*/ 1095306 w 2901082"/>
              <a:gd name="connsiteY27" fmla="*/ 203931 h 1184116"/>
              <a:gd name="connsiteX28" fmla="*/ 1085439 w 2901082"/>
              <a:gd name="connsiteY28" fmla="*/ 157882 h 1184116"/>
              <a:gd name="connsiteX29" fmla="*/ 1085439 w 2901082"/>
              <a:gd name="connsiteY29" fmla="*/ 157882 h 1184116"/>
              <a:gd name="connsiteX30" fmla="*/ 1124909 w 2901082"/>
              <a:gd name="connsiteY30" fmla="*/ 124990 h 1184116"/>
              <a:gd name="connsiteX31" fmla="*/ 1187404 w 2901082"/>
              <a:gd name="connsiteY31" fmla="*/ 144725 h 1184116"/>
              <a:gd name="connsiteX32" fmla="*/ 1230164 w 2901082"/>
              <a:gd name="connsiteY32" fmla="*/ 167750 h 1184116"/>
              <a:gd name="connsiteX33" fmla="*/ 1272923 w 2901082"/>
              <a:gd name="connsiteY33" fmla="*/ 223666 h 1184116"/>
              <a:gd name="connsiteX34" fmla="*/ 1289370 w 2901082"/>
              <a:gd name="connsiteY34" fmla="*/ 253269 h 1184116"/>
              <a:gd name="connsiteX35" fmla="*/ 1322262 w 2901082"/>
              <a:gd name="connsiteY35" fmla="*/ 256559 h 1184116"/>
              <a:gd name="connsiteX36" fmla="*/ 1358443 w 2901082"/>
              <a:gd name="connsiteY36" fmla="*/ 243402 h 1184116"/>
              <a:gd name="connsiteX37" fmla="*/ 1394624 w 2901082"/>
              <a:gd name="connsiteY37" fmla="*/ 243402 h 1184116"/>
              <a:gd name="connsiteX38" fmla="*/ 1394624 w 2901082"/>
              <a:gd name="connsiteY38" fmla="*/ 243402 h 1184116"/>
              <a:gd name="connsiteX39" fmla="*/ 1371600 w 2901082"/>
              <a:gd name="connsiteY39" fmla="*/ 289451 h 1184116"/>
              <a:gd name="connsiteX40" fmla="*/ 1348575 w 2901082"/>
              <a:gd name="connsiteY40" fmla="*/ 342078 h 1184116"/>
              <a:gd name="connsiteX41" fmla="*/ 1348575 w 2901082"/>
              <a:gd name="connsiteY41" fmla="*/ 361813 h 1184116"/>
              <a:gd name="connsiteX42" fmla="*/ 1374889 w 2901082"/>
              <a:gd name="connsiteY42" fmla="*/ 381548 h 1184116"/>
              <a:gd name="connsiteX43" fmla="*/ 1434095 w 2901082"/>
              <a:gd name="connsiteY43" fmla="*/ 414441 h 1184116"/>
              <a:gd name="connsiteX44" fmla="*/ 1552506 w 2901082"/>
              <a:gd name="connsiteY44" fmla="*/ 536141 h 1184116"/>
              <a:gd name="connsiteX45" fmla="*/ 1506457 w 2901082"/>
              <a:gd name="connsiteY45" fmla="*/ 628239 h 1184116"/>
              <a:gd name="connsiteX46" fmla="*/ 1493300 w 2901082"/>
              <a:gd name="connsiteY46" fmla="*/ 667710 h 1184116"/>
              <a:gd name="connsiteX47" fmla="*/ 1506457 w 2901082"/>
              <a:gd name="connsiteY47" fmla="*/ 694023 h 1184116"/>
              <a:gd name="connsiteX48" fmla="*/ 1585398 w 2901082"/>
              <a:gd name="connsiteY48" fmla="*/ 670999 h 1184116"/>
              <a:gd name="connsiteX49" fmla="*/ 1651182 w 2901082"/>
              <a:gd name="connsiteY49" fmla="*/ 664420 h 1184116"/>
              <a:gd name="connsiteX50" fmla="*/ 1707099 w 2901082"/>
              <a:gd name="connsiteY50" fmla="*/ 677577 h 1184116"/>
              <a:gd name="connsiteX51" fmla="*/ 1726834 w 2901082"/>
              <a:gd name="connsiteY51" fmla="*/ 707180 h 1184116"/>
              <a:gd name="connsiteX52" fmla="*/ 1736702 w 2901082"/>
              <a:gd name="connsiteY52" fmla="*/ 776253 h 1184116"/>
              <a:gd name="connsiteX53" fmla="*/ 1759726 w 2901082"/>
              <a:gd name="connsiteY53" fmla="*/ 782832 h 1184116"/>
              <a:gd name="connsiteX54" fmla="*/ 1805775 w 2901082"/>
              <a:gd name="connsiteY54" fmla="*/ 786121 h 1184116"/>
              <a:gd name="connsiteX55" fmla="*/ 1851824 w 2901082"/>
              <a:gd name="connsiteY55" fmla="*/ 759807 h 1184116"/>
              <a:gd name="connsiteX56" fmla="*/ 1901162 w 2901082"/>
              <a:gd name="connsiteY56" fmla="*/ 723626 h 1184116"/>
              <a:gd name="connsiteX57" fmla="*/ 1940633 w 2901082"/>
              <a:gd name="connsiteY57" fmla="*/ 710469 h 1184116"/>
              <a:gd name="connsiteX58" fmla="*/ 1976814 w 2901082"/>
              <a:gd name="connsiteY58" fmla="*/ 736783 h 1184116"/>
              <a:gd name="connsiteX59" fmla="*/ 1993260 w 2901082"/>
              <a:gd name="connsiteY59" fmla="*/ 792700 h 1184116"/>
              <a:gd name="connsiteX60" fmla="*/ 2039309 w 2901082"/>
              <a:gd name="connsiteY60" fmla="*/ 802567 h 1184116"/>
              <a:gd name="connsiteX61" fmla="*/ 2082069 w 2901082"/>
              <a:gd name="connsiteY61" fmla="*/ 792700 h 1184116"/>
              <a:gd name="connsiteX62" fmla="*/ 2114961 w 2901082"/>
              <a:gd name="connsiteY62" fmla="*/ 812435 h 1184116"/>
              <a:gd name="connsiteX63" fmla="*/ 2124829 w 2901082"/>
              <a:gd name="connsiteY63" fmla="*/ 838748 h 1184116"/>
              <a:gd name="connsiteX64" fmla="*/ 2174167 w 2901082"/>
              <a:gd name="connsiteY64" fmla="*/ 894665 h 1184116"/>
              <a:gd name="connsiteX65" fmla="*/ 2193902 w 2901082"/>
              <a:gd name="connsiteY65" fmla="*/ 901243 h 1184116"/>
              <a:gd name="connsiteX66" fmla="*/ 2276132 w 2901082"/>
              <a:gd name="connsiteY66" fmla="*/ 901243 h 1184116"/>
              <a:gd name="connsiteX67" fmla="*/ 2299157 w 2901082"/>
              <a:gd name="connsiteY67" fmla="*/ 881508 h 1184116"/>
              <a:gd name="connsiteX68" fmla="*/ 2332049 w 2901082"/>
              <a:gd name="connsiteY68" fmla="*/ 865062 h 1184116"/>
              <a:gd name="connsiteX69" fmla="*/ 2381387 w 2901082"/>
              <a:gd name="connsiteY69" fmla="*/ 861773 h 1184116"/>
              <a:gd name="connsiteX70" fmla="*/ 2378098 w 2901082"/>
              <a:gd name="connsiteY70" fmla="*/ 973607 h 1184116"/>
              <a:gd name="connsiteX71" fmla="*/ 2332049 w 2901082"/>
              <a:gd name="connsiteY71" fmla="*/ 1062415 h 1184116"/>
              <a:gd name="connsiteX72" fmla="*/ 2457038 w 2901082"/>
              <a:gd name="connsiteY72" fmla="*/ 1121621 h 1184116"/>
              <a:gd name="connsiteX73" fmla="*/ 2512956 w 2901082"/>
              <a:gd name="connsiteY73" fmla="*/ 1184116 h 1184116"/>
              <a:gd name="connsiteX74" fmla="*/ 2628078 w 2901082"/>
              <a:gd name="connsiteY74" fmla="*/ 1144644 h 1184116"/>
              <a:gd name="connsiteX75" fmla="*/ 2713597 w 2901082"/>
              <a:gd name="connsiteY75" fmla="*/ 1105174 h 1184116"/>
              <a:gd name="connsiteX76" fmla="*/ 2901082 w 2901082"/>
              <a:gd name="connsiteY76" fmla="*/ 1147934 h 1184116"/>
              <a:gd name="connsiteX0" fmla="*/ 0 w 2901082"/>
              <a:gd name="connsiteY0" fmla="*/ 23025 h 1184116"/>
              <a:gd name="connsiteX1" fmla="*/ 92098 w 2901082"/>
              <a:gd name="connsiteY1" fmla="*/ 49338 h 1184116"/>
              <a:gd name="connsiteX2" fmla="*/ 134857 w 2901082"/>
              <a:gd name="connsiteY2" fmla="*/ 49338 h 1184116"/>
              <a:gd name="connsiteX3" fmla="*/ 236823 w 2901082"/>
              <a:gd name="connsiteY3" fmla="*/ 52628 h 1184116"/>
              <a:gd name="connsiteX4" fmla="*/ 299318 w 2901082"/>
              <a:gd name="connsiteY4" fmla="*/ 42760 h 1184116"/>
              <a:gd name="connsiteX5" fmla="*/ 404572 w 2901082"/>
              <a:gd name="connsiteY5" fmla="*/ 42760 h 1184116"/>
              <a:gd name="connsiteX6" fmla="*/ 440754 w 2901082"/>
              <a:gd name="connsiteY6" fmla="*/ 39471 h 1184116"/>
              <a:gd name="connsiteX7" fmla="*/ 506538 w 2901082"/>
              <a:gd name="connsiteY7" fmla="*/ 29603 h 1184116"/>
              <a:gd name="connsiteX8" fmla="*/ 605214 w 2901082"/>
              <a:gd name="connsiteY8" fmla="*/ 26314 h 1184116"/>
              <a:gd name="connsiteX9" fmla="*/ 641395 w 2901082"/>
              <a:gd name="connsiteY9" fmla="*/ 19735 h 1184116"/>
              <a:gd name="connsiteX10" fmla="*/ 690734 w 2901082"/>
              <a:gd name="connsiteY10" fmla="*/ 3289 h 1184116"/>
              <a:gd name="connsiteX11" fmla="*/ 766385 w 2901082"/>
              <a:gd name="connsiteY11" fmla="*/ 0 h 1184116"/>
              <a:gd name="connsiteX12" fmla="*/ 812434 w 2901082"/>
              <a:gd name="connsiteY12" fmla="*/ 6579 h 1184116"/>
              <a:gd name="connsiteX13" fmla="*/ 842037 w 2901082"/>
              <a:gd name="connsiteY13" fmla="*/ 9868 h 1184116"/>
              <a:gd name="connsiteX14" fmla="*/ 874929 w 2901082"/>
              <a:gd name="connsiteY14" fmla="*/ 19735 h 1184116"/>
              <a:gd name="connsiteX15" fmla="*/ 894665 w 2901082"/>
              <a:gd name="connsiteY15" fmla="*/ 42760 h 1184116"/>
              <a:gd name="connsiteX16" fmla="*/ 894665 w 2901082"/>
              <a:gd name="connsiteY16" fmla="*/ 72363 h 1184116"/>
              <a:gd name="connsiteX17" fmla="*/ 897954 w 2901082"/>
              <a:gd name="connsiteY17" fmla="*/ 92098 h 1184116"/>
              <a:gd name="connsiteX18" fmla="*/ 953870 w 2901082"/>
              <a:gd name="connsiteY18" fmla="*/ 105255 h 1184116"/>
              <a:gd name="connsiteX19" fmla="*/ 980184 w 2901082"/>
              <a:gd name="connsiteY19" fmla="*/ 128279 h 1184116"/>
              <a:gd name="connsiteX20" fmla="*/ 957159 w 2901082"/>
              <a:gd name="connsiteY20" fmla="*/ 164461 h 1184116"/>
              <a:gd name="connsiteX21" fmla="*/ 957159 w 2901082"/>
              <a:gd name="connsiteY21" fmla="*/ 226956 h 1184116"/>
              <a:gd name="connsiteX22" fmla="*/ 976895 w 2901082"/>
              <a:gd name="connsiteY22" fmla="*/ 253269 h 1184116"/>
              <a:gd name="connsiteX23" fmla="*/ 1036100 w 2901082"/>
              <a:gd name="connsiteY23" fmla="*/ 220377 h 1184116"/>
              <a:gd name="connsiteX24" fmla="*/ 1068993 w 2901082"/>
              <a:gd name="connsiteY24" fmla="*/ 213799 h 1184116"/>
              <a:gd name="connsiteX25" fmla="*/ 1082149 w 2901082"/>
              <a:gd name="connsiteY25" fmla="*/ 210510 h 1184116"/>
              <a:gd name="connsiteX26" fmla="*/ 1095306 w 2901082"/>
              <a:gd name="connsiteY26" fmla="*/ 203931 h 1184116"/>
              <a:gd name="connsiteX27" fmla="*/ 1095306 w 2901082"/>
              <a:gd name="connsiteY27" fmla="*/ 203931 h 1184116"/>
              <a:gd name="connsiteX28" fmla="*/ 1085439 w 2901082"/>
              <a:gd name="connsiteY28" fmla="*/ 157882 h 1184116"/>
              <a:gd name="connsiteX29" fmla="*/ 1085439 w 2901082"/>
              <a:gd name="connsiteY29" fmla="*/ 157882 h 1184116"/>
              <a:gd name="connsiteX30" fmla="*/ 1124909 w 2901082"/>
              <a:gd name="connsiteY30" fmla="*/ 124990 h 1184116"/>
              <a:gd name="connsiteX31" fmla="*/ 1187404 w 2901082"/>
              <a:gd name="connsiteY31" fmla="*/ 144725 h 1184116"/>
              <a:gd name="connsiteX32" fmla="*/ 1230164 w 2901082"/>
              <a:gd name="connsiteY32" fmla="*/ 167750 h 1184116"/>
              <a:gd name="connsiteX33" fmla="*/ 1272923 w 2901082"/>
              <a:gd name="connsiteY33" fmla="*/ 223666 h 1184116"/>
              <a:gd name="connsiteX34" fmla="*/ 1289370 w 2901082"/>
              <a:gd name="connsiteY34" fmla="*/ 253269 h 1184116"/>
              <a:gd name="connsiteX35" fmla="*/ 1322262 w 2901082"/>
              <a:gd name="connsiteY35" fmla="*/ 256559 h 1184116"/>
              <a:gd name="connsiteX36" fmla="*/ 1358443 w 2901082"/>
              <a:gd name="connsiteY36" fmla="*/ 243402 h 1184116"/>
              <a:gd name="connsiteX37" fmla="*/ 1394624 w 2901082"/>
              <a:gd name="connsiteY37" fmla="*/ 243402 h 1184116"/>
              <a:gd name="connsiteX38" fmla="*/ 1394624 w 2901082"/>
              <a:gd name="connsiteY38" fmla="*/ 243402 h 1184116"/>
              <a:gd name="connsiteX39" fmla="*/ 1371600 w 2901082"/>
              <a:gd name="connsiteY39" fmla="*/ 289451 h 1184116"/>
              <a:gd name="connsiteX40" fmla="*/ 1348575 w 2901082"/>
              <a:gd name="connsiteY40" fmla="*/ 342078 h 1184116"/>
              <a:gd name="connsiteX41" fmla="*/ 1348575 w 2901082"/>
              <a:gd name="connsiteY41" fmla="*/ 361813 h 1184116"/>
              <a:gd name="connsiteX42" fmla="*/ 1374889 w 2901082"/>
              <a:gd name="connsiteY42" fmla="*/ 381548 h 1184116"/>
              <a:gd name="connsiteX43" fmla="*/ 1434095 w 2901082"/>
              <a:gd name="connsiteY43" fmla="*/ 414441 h 1184116"/>
              <a:gd name="connsiteX44" fmla="*/ 1552506 w 2901082"/>
              <a:gd name="connsiteY44" fmla="*/ 536141 h 1184116"/>
              <a:gd name="connsiteX45" fmla="*/ 1506457 w 2901082"/>
              <a:gd name="connsiteY45" fmla="*/ 628239 h 1184116"/>
              <a:gd name="connsiteX46" fmla="*/ 1493300 w 2901082"/>
              <a:gd name="connsiteY46" fmla="*/ 667710 h 1184116"/>
              <a:gd name="connsiteX47" fmla="*/ 1506457 w 2901082"/>
              <a:gd name="connsiteY47" fmla="*/ 694023 h 1184116"/>
              <a:gd name="connsiteX48" fmla="*/ 1585398 w 2901082"/>
              <a:gd name="connsiteY48" fmla="*/ 670999 h 1184116"/>
              <a:gd name="connsiteX49" fmla="*/ 1651182 w 2901082"/>
              <a:gd name="connsiteY49" fmla="*/ 664420 h 1184116"/>
              <a:gd name="connsiteX50" fmla="*/ 1707099 w 2901082"/>
              <a:gd name="connsiteY50" fmla="*/ 677577 h 1184116"/>
              <a:gd name="connsiteX51" fmla="*/ 1726834 w 2901082"/>
              <a:gd name="connsiteY51" fmla="*/ 707180 h 1184116"/>
              <a:gd name="connsiteX52" fmla="*/ 1736702 w 2901082"/>
              <a:gd name="connsiteY52" fmla="*/ 776253 h 1184116"/>
              <a:gd name="connsiteX53" fmla="*/ 1759726 w 2901082"/>
              <a:gd name="connsiteY53" fmla="*/ 782832 h 1184116"/>
              <a:gd name="connsiteX54" fmla="*/ 1805775 w 2901082"/>
              <a:gd name="connsiteY54" fmla="*/ 786121 h 1184116"/>
              <a:gd name="connsiteX55" fmla="*/ 1851824 w 2901082"/>
              <a:gd name="connsiteY55" fmla="*/ 759807 h 1184116"/>
              <a:gd name="connsiteX56" fmla="*/ 1901162 w 2901082"/>
              <a:gd name="connsiteY56" fmla="*/ 723626 h 1184116"/>
              <a:gd name="connsiteX57" fmla="*/ 1940633 w 2901082"/>
              <a:gd name="connsiteY57" fmla="*/ 710469 h 1184116"/>
              <a:gd name="connsiteX58" fmla="*/ 1976814 w 2901082"/>
              <a:gd name="connsiteY58" fmla="*/ 736783 h 1184116"/>
              <a:gd name="connsiteX59" fmla="*/ 1993260 w 2901082"/>
              <a:gd name="connsiteY59" fmla="*/ 792700 h 1184116"/>
              <a:gd name="connsiteX60" fmla="*/ 2039309 w 2901082"/>
              <a:gd name="connsiteY60" fmla="*/ 802567 h 1184116"/>
              <a:gd name="connsiteX61" fmla="*/ 2082069 w 2901082"/>
              <a:gd name="connsiteY61" fmla="*/ 792700 h 1184116"/>
              <a:gd name="connsiteX62" fmla="*/ 2114961 w 2901082"/>
              <a:gd name="connsiteY62" fmla="*/ 812435 h 1184116"/>
              <a:gd name="connsiteX63" fmla="*/ 2124829 w 2901082"/>
              <a:gd name="connsiteY63" fmla="*/ 838748 h 1184116"/>
              <a:gd name="connsiteX64" fmla="*/ 2174167 w 2901082"/>
              <a:gd name="connsiteY64" fmla="*/ 894665 h 1184116"/>
              <a:gd name="connsiteX65" fmla="*/ 2193902 w 2901082"/>
              <a:gd name="connsiteY65" fmla="*/ 901243 h 1184116"/>
              <a:gd name="connsiteX66" fmla="*/ 2276132 w 2901082"/>
              <a:gd name="connsiteY66" fmla="*/ 901243 h 1184116"/>
              <a:gd name="connsiteX67" fmla="*/ 2299157 w 2901082"/>
              <a:gd name="connsiteY67" fmla="*/ 881508 h 1184116"/>
              <a:gd name="connsiteX68" fmla="*/ 2332049 w 2901082"/>
              <a:gd name="connsiteY68" fmla="*/ 865062 h 1184116"/>
              <a:gd name="connsiteX69" fmla="*/ 2381387 w 2901082"/>
              <a:gd name="connsiteY69" fmla="*/ 861773 h 1184116"/>
              <a:gd name="connsiteX70" fmla="*/ 2378098 w 2901082"/>
              <a:gd name="connsiteY70" fmla="*/ 973607 h 1184116"/>
              <a:gd name="connsiteX71" fmla="*/ 2332049 w 2901082"/>
              <a:gd name="connsiteY71" fmla="*/ 1062415 h 1184116"/>
              <a:gd name="connsiteX72" fmla="*/ 2457038 w 2901082"/>
              <a:gd name="connsiteY72" fmla="*/ 1121621 h 1184116"/>
              <a:gd name="connsiteX73" fmla="*/ 2512956 w 2901082"/>
              <a:gd name="connsiteY73" fmla="*/ 1184116 h 1184116"/>
              <a:gd name="connsiteX74" fmla="*/ 2628078 w 2901082"/>
              <a:gd name="connsiteY74" fmla="*/ 1144644 h 1184116"/>
              <a:gd name="connsiteX75" fmla="*/ 2812274 w 2901082"/>
              <a:gd name="connsiteY75" fmla="*/ 1095306 h 1184116"/>
              <a:gd name="connsiteX76" fmla="*/ 2901082 w 2901082"/>
              <a:gd name="connsiteY76" fmla="*/ 1147934 h 1184116"/>
              <a:gd name="connsiteX0" fmla="*/ 0 w 2901082"/>
              <a:gd name="connsiteY0" fmla="*/ 23025 h 1184116"/>
              <a:gd name="connsiteX1" fmla="*/ 92098 w 2901082"/>
              <a:gd name="connsiteY1" fmla="*/ 49338 h 1184116"/>
              <a:gd name="connsiteX2" fmla="*/ 134857 w 2901082"/>
              <a:gd name="connsiteY2" fmla="*/ 49338 h 1184116"/>
              <a:gd name="connsiteX3" fmla="*/ 236823 w 2901082"/>
              <a:gd name="connsiteY3" fmla="*/ 52628 h 1184116"/>
              <a:gd name="connsiteX4" fmla="*/ 299318 w 2901082"/>
              <a:gd name="connsiteY4" fmla="*/ 42760 h 1184116"/>
              <a:gd name="connsiteX5" fmla="*/ 404572 w 2901082"/>
              <a:gd name="connsiteY5" fmla="*/ 42760 h 1184116"/>
              <a:gd name="connsiteX6" fmla="*/ 440754 w 2901082"/>
              <a:gd name="connsiteY6" fmla="*/ 39471 h 1184116"/>
              <a:gd name="connsiteX7" fmla="*/ 506538 w 2901082"/>
              <a:gd name="connsiteY7" fmla="*/ 29603 h 1184116"/>
              <a:gd name="connsiteX8" fmla="*/ 605214 w 2901082"/>
              <a:gd name="connsiteY8" fmla="*/ 26314 h 1184116"/>
              <a:gd name="connsiteX9" fmla="*/ 641395 w 2901082"/>
              <a:gd name="connsiteY9" fmla="*/ 19735 h 1184116"/>
              <a:gd name="connsiteX10" fmla="*/ 690734 w 2901082"/>
              <a:gd name="connsiteY10" fmla="*/ 3289 h 1184116"/>
              <a:gd name="connsiteX11" fmla="*/ 766385 w 2901082"/>
              <a:gd name="connsiteY11" fmla="*/ 0 h 1184116"/>
              <a:gd name="connsiteX12" fmla="*/ 812434 w 2901082"/>
              <a:gd name="connsiteY12" fmla="*/ 6579 h 1184116"/>
              <a:gd name="connsiteX13" fmla="*/ 842037 w 2901082"/>
              <a:gd name="connsiteY13" fmla="*/ 9868 h 1184116"/>
              <a:gd name="connsiteX14" fmla="*/ 874929 w 2901082"/>
              <a:gd name="connsiteY14" fmla="*/ 19735 h 1184116"/>
              <a:gd name="connsiteX15" fmla="*/ 894665 w 2901082"/>
              <a:gd name="connsiteY15" fmla="*/ 42760 h 1184116"/>
              <a:gd name="connsiteX16" fmla="*/ 894665 w 2901082"/>
              <a:gd name="connsiteY16" fmla="*/ 72363 h 1184116"/>
              <a:gd name="connsiteX17" fmla="*/ 897954 w 2901082"/>
              <a:gd name="connsiteY17" fmla="*/ 92098 h 1184116"/>
              <a:gd name="connsiteX18" fmla="*/ 953870 w 2901082"/>
              <a:gd name="connsiteY18" fmla="*/ 105255 h 1184116"/>
              <a:gd name="connsiteX19" fmla="*/ 980184 w 2901082"/>
              <a:gd name="connsiteY19" fmla="*/ 128279 h 1184116"/>
              <a:gd name="connsiteX20" fmla="*/ 957159 w 2901082"/>
              <a:gd name="connsiteY20" fmla="*/ 164461 h 1184116"/>
              <a:gd name="connsiteX21" fmla="*/ 957159 w 2901082"/>
              <a:gd name="connsiteY21" fmla="*/ 226956 h 1184116"/>
              <a:gd name="connsiteX22" fmla="*/ 976895 w 2901082"/>
              <a:gd name="connsiteY22" fmla="*/ 253269 h 1184116"/>
              <a:gd name="connsiteX23" fmla="*/ 1036100 w 2901082"/>
              <a:gd name="connsiteY23" fmla="*/ 220377 h 1184116"/>
              <a:gd name="connsiteX24" fmla="*/ 1068993 w 2901082"/>
              <a:gd name="connsiteY24" fmla="*/ 213799 h 1184116"/>
              <a:gd name="connsiteX25" fmla="*/ 1082149 w 2901082"/>
              <a:gd name="connsiteY25" fmla="*/ 210510 h 1184116"/>
              <a:gd name="connsiteX26" fmla="*/ 1095306 w 2901082"/>
              <a:gd name="connsiteY26" fmla="*/ 203931 h 1184116"/>
              <a:gd name="connsiteX27" fmla="*/ 1095306 w 2901082"/>
              <a:gd name="connsiteY27" fmla="*/ 203931 h 1184116"/>
              <a:gd name="connsiteX28" fmla="*/ 1085439 w 2901082"/>
              <a:gd name="connsiteY28" fmla="*/ 157882 h 1184116"/>
              <a:gd name="connsiteX29" fmla="*/ 1085439 w 2901082"/>
              <a:gd name="connsiteY29" fmla="*/ 157882 h 1184116"/>
              <a:gd name="connsiteX30" fmla="*/ 1124909 w 2901082"/>
              <a:gd name="connsiteY30" fmla="*/ 124990 h 1184116"/>
              <a:gd name="connsiteX31" fmla="*/ 1187404 w 2901082"/>
              <a:gd name="connsiteY31" fmla="*/ 144725 h 1184116"/>
              <a:gd name="connsiteX32" fmla="*/ 1230164 w 2901082"/>
              <a:gd name="connsiteY32" fmla="*/ 167750 h 1184116"/>
              <a:gd name="connsiteX33" fmla="*/ 1272923 w 2901082"/>
              <a:gd name="connsiteY33" fmla="*/ 223666 h 1184116"/>
              <a:gd name="connsiteX34" fmla="*/ 1289370 w 2901082"/>
              <a:gd name="connsiteY34" fmla="*/ 253269 h 1184116"/>
              <a:gd name="connsiteX35" fmla="*/ 1322262 w 2901082"/>
              <a:gd name="connsiteY35" fmla="*/ 256559 h 1184116"/>
              <a:gd name="connsiteX36" fmla="*/ 1358443 w 2901082"/>
              <a:gd name="connsiteY36" fmla="*/ 243402 h 1184116"/>
              <a:gd name="connsiteX37" fmla="*/ 1394624 w 2901082"/>
              <a:gd name="connsiteY37" fmla="*/ 243402 h 1184116"/>
              <a:gd name="connsiteX38" fmla="*/ 1394624 w 2901082"/>
              <a:gd name="connsiteY38" fmla="*/ 243402 h 1184116"/>
              <a:gd name="connsiteX39" fmla="*/ 1371600 w 2901082"/>
              <a:gd name="connsiteY39" fmla="*/ 289451 h 1184116"/>
              <a:gd name="connsiteX40" fmla="*/ 1348575 w 2901082"/>
              <a:gd name="connsiteY40" fmla="*/ 342078 h 1184116"/>
              <a:gd name="connsiteX41" fmla="*/ 1348575 w 2901082"/>
              <a:gd name="connsiteY41" fmla="*/ 361813 h 1184116"/>
              <a:gd name="connsiteX42" fmla="*/ 1374889 w 2901082"/>
              <a:gd name="connsiteY42" fmla="*/ 381548 h 1184116"/>
              <a:gd name="connsiteX43" fmla="*/ 1434095 w 2901082"/>
              <a:gd name="connsiteY43" fmla="*/ 414441 h 1184116"/>
              <a:gd name="connsiteX44" fmla="*/ 1552506 w 2901082"/>
              <a:gd name="connsiteY44" fmla="*/ 536141 h 1184116"/>
              <a:gd name="connsiteX45" fmla="*/ 1506457 w 2901082"/>
              <a:gd name="connsiteY45" fmla="*/ 628239 h 1184116"/>
              <a:gd name="connsiteX46" fmla="*/ 1493300 w 2901082"/>
              <a:gd name="connsiteY46" fmla="*/ 667710 h 1184116"/>
              <a:gd name="connsiteX47" fmla="*/ 1506457 w 2901082"/>
              <a:gd name="connsiteY47" fmla="*/ 694023 h 1184116"/>
              <a:gd name="connsiteX48" fmla="*/ 1585398 w 2901082"/>
              <a:gd name="connsiteY48" fmla="*/ 670999 h 1184116"/>
              <a:gd name="connsiteX49" fmla="*/ 1651182 w 2901082"/>
              <a:gd name="connsiteY49" fmla="*/ 664420 h 1184116"/>
              <a:gd name="connsiteX50" fmla="*/ 1707099 w 2901082"/>
              <a:gd name="connsiteY50" fmla="*/ 677577 h 1184116"/>
              <a:gd name="connsiteX51" fmla="*/ 1726834 w 2901082"/>
              <a:gd name="connsiteY51" fmla="*/ 707180 h 1184116"/>
              <a:gd name="connsiteX52" fmla="*/ 1736702 w 2901082"/>
              <a:gd name="connsiteY52" fmla="*/ 776253 h 1184116"/>
              <a:gd name="connsiteX53" fmla="*/ 1759726 w 2901082"/>
              <a:gd name="connsiteY53" fmla="*/ 782832 h 1184116"/>
              <a:gd name="connsiteX54" fmla="*/ 1805775 w 2901082"/>
              <a:gd name="connsiteY54" fmla="*/ 786121 h 1184116"/>
              <a:gd name="connsiteX55" fmla="*/ 1851824 w 2901082"/>
              <a:gd name="connsiteY55" fmla="*/ 759807 h 1184116"/>
              <a:gd name="connsiteX56" fmla="*/ 1901162 w 2901082"/>
              <a:gd name="connsiteY56" fmla="*/ 723626 h 1184116"/>
              <a:gd name="connsiteX57" fmla="*/ 1940633 w 2901082"/>
              <a:gd name="connsiteY57" fmla="*/ 710469 h 1184116"/>
              <a:gd name="connsiteX58" fmla="*/ 1976814 w 2901082"/>
              <a:gd name="connsiteY58" fmla="*/ 736783 h 1184116"/>
              <a:gd name="connsiteX59" fmla="*/ 1993260 w 2901082"/>
              <a:gd name="connsiteY59" fmla="*/ 792700 h 1184116"/>
              <a:gd name="connsiteX60" fmla="*/ 2039309 w 2901082"/>
              <a:gd name="connsiteY60" fmla="*/ 802567 h 1184116"/>
              <a:gd name="connsiteX61" fmla="*/ 2082069 w 2901082"/>
              <a:gd name="connsiteY61" fmla="*/ 792700 h 1184116"/>
              <a:gd name="connsiteX62" fmla="*/ 2114961 w 2901082"/>
              <a:gd name="connsiteY62" fmla="*/ 812435 h 1184116"/>
              <a:gd name="connsiteX63" fmla="*/ 2124829 w 2901082"/>
              <a:gd name="connsiteY63" fmla="*/ 838748 h 1184116"/>
              <a:gd name="connsiteX64" fmla="*/ 2174167 w 2901082"/>
              <a:gd name="connsiteY64" fmla="*/ 894665 h 1184116"/>
              <a:gd name="connsiteX65" fmla="*/ 2193902 w 2901082"/>
              <a:gd name="connsiteY65" fmla="*/ 901243 h 1184116"/>
              <a:gd name="connsiteX66" fmla="*/ 2276132 w 2901082"/>
              <a:gd name="connsiteY66" fmla="*/ 901243 h 1184116"/>
              <a:gd name="connsiteX67" fmla="*/ 2299157 w 2901082"/>
              <a:gd name="connsiteY67" fmla="*/ 881508 h 1184116"/>
              <a:gd name="connsiteX68" fmla="*/ 2332049 w 2901082"/>
              <a:gd name="connsiteY68" fmla="*/ 865062 h 1184116"/>
              <a:gd name="connsiteX69" fmla="*/ 2381387 w 2901082"/>
              <a:gd name="connsiteY69" fmla="*/ 861773 h 1184116"/>
              <a:gd name="connsiteX70" fmla="*/ 2378098 w 2901082"/>
              <a:gd name="connsiteY70" fmla="*/ 973607 h 1184116"/>
              <a:gd name="connsiteX71" fmla="*/ 2332049 w 2901082"/>
              <a:gd name="connsiteY71" fmla="*/ 1062415 h 1184116"/>
              <a:gd name="connsiteX72" fmla="*/ 2457038 w 2901082"/>
              <a:gd name="connsiteY72" fmla="*/ 1121621 h 1184116"/>
              <a:gd name="connsiteX73" fmla="*/ 2512956 w 2901082"/>
              <a:gd name="connsiteY73" fmla="*/ 1184116 h 1184116"/>
              <a:gd name="connsiteX74" fmla="*/ 2628078 w 2901082"/>
              <a:gd name="connsiteY74" fmla="*/ 1144644 h 1184116"/>
              <a:gd name="connsiteX75" fmla="*/ 2723465 w 2901082"/>
              <a:gd name="connsiteY75" fmla="*/ 1068992 h 1184116"/>
              <a:gd name="connsiteX76" fmla="*/ 2812274 w 2901082"/>
              <a:gd name="connsiteY76" fmla="*/ 1095306 h 1184116"/>
              <a:gd name="connsiteX77" fmla="*/ 2901082 w 2901082"/>
              <a:gd name="connsiteY77" fmla="*/ 1147934 h 1184116"/>
              <a:gd name="connsiteX0" fmla="*/ 0 w 2901082"/>
              <a:gd name="connsiteY0" fmla="*/ 23025 h 1184116"/>
              <a:gd name="connsiteX1" fmla="*/ 92098 w 2901082"/>
              <a:gd name="connsiteY1" fmla="*/ 49338 h 1184116"/>
              <a:gd name="connsiteX2" fmla="*/ 134857 w 2901082"/>
              <a:gd name="connsiteY2" fmla="*/ 49338 h 1184116"/>
              <a:gd name="connsiteX3" fmla="*/ 236823 w 2901082"/>
              <a:gd name="connsiteY3" fmla="*/ 52628 h 1184116"/>
              <a:gd name="connsiteX4" fmla="*/ 299318 w 2901082"/>
              <a:gd name="connsiteY4" fmla="*/ 42760 h 1184116"/>
              <a:gd name="connsiteX5" fmla="*/ 404572 w 2901082"/>
              <a:gd name="connsiteY5" fmla="*/ 42760 h 1184116"/>
              <a:gd name="connsiteX6" fmla="*/ 440754 w 2901082"/>
              <a:gd name="connsiteY6" fmla="*/ 39471 h 1184116"/>
              <a:gd name="connsiteX7" fmla="*/ 506538 w 2901082"/>
              <a:gd name="connsiteY7" fmla="*/ 29603 h 1184116"/>
              <a:gd name="connsiteX8" fmla="*/ 605214 w 2901082"/>
              <a:gd name="connsiteY8" fmla="*/ 26314 h 1184116"/>
              <a:gd name="connsiteX9" fmla="*/ 641395 w 2901082"/>
              <a:gd name="connsiteY9" fmla="*/ 19735 h 1184116"/>
              <a:gd name="connsiteX10" fmla="*/ 690734 w 2901082"/>
              <a:gd name="connsiteY10" fmla="*/ 3289 h 1184116"/>
              <a:gd name="connsiteX11" fmla="*/ 766385 w 2901082"/>
              <a:gd name="connsiteY11" fmla="*/ 0 h 1184116"/>
              <a:gd name="connsiteX12" fmla="*/ 812434 w 2901082"/>
              <a:gd name="connsiteY12" fmla="*/ 6579 h 1184116"/>
              <a:gd name="connsiteX13" fmla="*/ 842037 w 2901082"/>
              <a:gd name="connsiteY13" fmla="*/ 9868 h 1184116"/>
              <a:gd name="connsiteX14" fmla="*/ 874929 w 2901082"/>
              <a:gd name="connsiteY14" fmla="*/ 19735 h 1184116"/>
              <a:gd name="connsiteX15" fmla="*/ 894665 w 2901082"/>
              <a:gd name="connsiteY15" fmla="*/ 42760 h 1184116"/>
              <a:gd name="connsiteX16" fmla="*/ 894665 w 2901082"/>
              <a:gd name="connsiteY16" fmla="*/ 72363 h 1184116"/>
              <a:gd name="connsiteX17" fmla="*/ 897954 w 2901082"/>
              <a:gd name="connsiteY17" fmla="*/ 92098 h 1184116"/>
              <a:gd name="connsiteX18" fmla="*/ 953870 w 2901082"/>
              <a:gd name="connsiteY18" fmla="*/ 105255 h 1184116"/>
              <a:gd name="connsiteX19" fmla="*/ 980184 w 2901082"/>
              <a:gd name="connsiteY19" fmla="*/ 128279 h 1184116"/>
              <a:gd name="connsiteX20" fmla="*/ 957159 w 2901082"/>
              <a:gd name="connsiteY20" fmla="*/ 164461 h 1184116"/>
              <a:gd name="connsiteX21" fmla="*/ 957159 w 2901082"/>
              <a:gd name="connsiteY21" fmla="*/ 226956 h 1184116"/>
              <a:gd name="connsiteX22" fmla="*/ 976895 w 2901082"/>
              <a:gd name="connsiteY22" fmla="*/ 253269 h 1184116"/>
              <a:gd name="connsiteX23" fmla="*/ 1036100 w 2901082"/>
              <a:gd name="connsiteY23" fmla="*/ 220377 h 1184116"/>
              <a:gd name="connsiteX24" fmla="*/ 1068993 w 2901082"/>
              <a:gd name="connsiteY24" fmla="*/ 213799 h 1184116"/>
              <a:gd name="connsiteX25" fmla="*/ 1082149 w 2901082"/>
              <a:gd name="connsiteY25" fmla="*/ 210510 h 1184116"/>
              <a:gd name="connsiteX26" fmla="*/ 1095306 w 2901082"/>
              <a:gd name="connsiteY26" fmla="*/ 203931 h 1184116"/>
              <a:gd name="connsiteX27" fmla="*/ 1095306 w 2901082"/>
              <a:gd name="connsiteY27" fmla="*/ 203931 h 1184116"/>
              <a:gd name="connsiteX28" fmla="*/ 1085439 w 2901082"/>
              <a:gd name="connsiteY28" fmla="*/ 157882 h 1184116"/>
              <a:gd name="connsiteX29" fmla="*/ 1085439 w 2901082"/>
              <a:gd name="connsiteY29" fmla="*/ 157882 h 1184116"/>
              <a:gd name="connsiteX30" fmla="*/ 1124909 w 2901082"/>
              <a:gd name="connsiteY30" fmla="*/ 124990 h 1184116"/>
              <a:gd name="connsiteX31" fmla="*/ 1187404 w 2901082"/>
              <a:gd name="connsiteY31" fmla="*/ 144725 h 1184116"/>
              <a:gd name="connsiteX32" fmla="*/ 1230164 w 2901082"/>
              <a:gd name="connsiteY32" fmla="*/ 167750 h 1184116"/>
              <a:gd name="connsiteX33" fmla="*/ 1272923 w 2901082"/>
              <a:gd name="connsiteY33" fmla="*/ 223666 h 1184116"/>
              <a:gd name="connsiteX34" fmla="*/ 1289370 w 2901082"/>
              <a:gd name="connsiteY34" fmla="*/ 253269 h 1184116"/>
              <a:gd name="connsiteX35" fmla="*/ 1322262 w 2901082"/>
              <a:gd name="connsiteY35" fmla="*/ 256559 h 1184116"/>
              <a:gd name="connsiteX36" fmla="*/ 1358443 w 2901082"/>
              <a:gd name="connsiteY36" fmla="*/ 243402 h 1184116"/>
              <a:gd name="connsiteX37" fmla="*/ 1394624 w 2901082"/>
              <a:gd name="connsiteY37" fmla="*/ 243402 h 1184116"/>
              <a:gd name="connsiteX38" fmla="*/ 1394624 w 2901082"/>
              <a:gd name="connsiteY38" fmla="*/ 243402 h 1184116"/>
              <a:gd name="connsiteX39" fmla="*/ 1371600 w 2901082"/>
              <a:gd name="connsiteY39" fmla="*/ 289451 h 1184116"/>
              <a:gd name="connsiteX40" fmla="*/ 1348575 w 2901082"/>
              <a:gd name="connsiteY40" fmla="*/ 342078 h 1184116"/>
              <a:gd name="connsiteX41" fmla="*/ 1348575 w 2901082"/>
              <a:gd name="connsiteY41" fmla="*/ 361813 h 1184116"/>
              <a:gd name="connsiteX42" fmla="*/ 1374889 w 2901082"/>
              <a:gd name="connsiteY42" fmla="*/ 381548 h 1184116"/>
              <a:gd name="connsiteX43" fmla="*/ 1434095 w 2901082"/>
              <a:gd name="connsiteY43" fmla="*/ 414441 h 1184116"/>
              <a:gd name="connsiteX44" fmla="*/ 1552506 w 2901082"/>
              <a:gd name="connsiteY44" fmla="*/ 536141 h 1184116"/>
              <a:gd name="connsiteX45" fmla="*/ 1506457 w 2901082"/>
              <a:gd name="connsiteY45" fmla="*/ 628239 h 1184116"/>
              <a:gd name="connsiteX46" fmla="*/ 1493300 w 2901082"/>
              <a:gd name="connsiteY46" fmla="*/ 667710 h 1184116"/>
              <a:gd name="connsiteX47" fmla="*/ 1506457 w 2901082"/>
              <a:gd name="connsiteY47" fmla="*/ 694023 h 1184116"/>
              <a:gd name="connsiteX48" fmla="*/ 1585398 w 2901082"/>
              <a:gd name="connsiteY48" fmla="*/ 670999 h 1184116"/>
              <a:gd name="connsiteX49" fmla="*/ 1651182 w 2901082"/>
              <a:gd name="connsiteY49" fmla="*/ 664420 h 1184116"/>
              <a:gd name="connsiteX50" fmla="*/ 1707099 w 2901082"/>
              <a:gd name="connsiteY50" fmla="*/ 677577 h 1184116"/>
              <a:gd name="connsiteX51" fmla="*/ 1726834 w 2901082"/>
              <a:gd name="connsiteY51" fmla="*/ 707180 h 1184116"/>
              <a:gd name="connsiteX52" fmla="*/ 1736702 w 2901082"/>
              <a:gd name="connsiteY52" fmla="*/ 776253 h 1184116"/>
              <a:gd name="connsiteX53" fmla="*/ 1759726 w 2901082"/>
              <a:gd name="connsiteY53" fmla="*/ 782832 h 1184116"/>
              <a:gd name="connsiteX54" fmla="*/ 1805775 w 2901082"/>
              <a:gd name="connsiteY54" fmla="*/ 786121 h 1184116"/>
              <a:gd name="connsiteX55" fmla="*/ 1851824 w 2901082"/>
              <a:gd name="connsiteY55" fmla="*/ 759807 h 1184116"/>
              <a:gd name="connsiteX56" fmla="*/ 1901162 w 2901082"/>
              <a:gd name="connsiteY56" fmla="*/ 723626 h 1184116"/>
              <a:gd name="connsiteX57" fmla="*/ 1940633 w 2901082"/>
              <a:gd name="connsiteY57" fmla="*/ 710469 h 1184116"/>
              <a:gd name="connsiteX58" fmla="*/ 1976814 w 2901082"/>
              <a:gd name="connsiteY58" fmla="*/ 736783 h 1184116"/>
              <a:gd name="connsiteX59" fmla="*/ 1993260 w 2901082"/>
              <a:gd name="connsiteY59" fmla="*/ 792700 h 1184116"/>
              <a:gd name="connsiteX60" fmla="*/ 2039309 w 2901082"/>
              <a:gd name="connsiteY60" fmla="*/ 802567 h 1184116"/>
              <a:gd name="connsiteX61" fmla="*/ 2082069 w 2901082"/>
              <a:gd name="connsiteY61" fmla="*/ 792700 h 1184116"/>
              <a:gd name="connsiteX62" fmla="*/ 2114961 w 2901082"/>
              <a:gd name="connsiteY62" fmla="*/ 812435 h 1184116"/>
              <a:gd name="connsiteX63" fmla="*/ 2124829 w 2901082"/>
              <a:gd name="connsiteY63" fmla="*/ 838748 h 1184116"/>
              <a:gd name="connsiteX64" fmla="*/ 2174167 w 2901082"/>
              <a:gd name="connsiteY64" fmla="*/ 894665 h 1184116"/>
              <a:gd name="connsiteX65" fmla="*/ 2193902 w 2901082"/>
              <a:gd name="connsiteY65" fmla="*/ 901243 h 1184116"/>
              <a:gd name="connsiteX66" fmla="*/ 2276132 w 2901082"/>
              <a:gd name="connsiteY66" fmla="*/ 901243 h 1184116"/>
              <a:gd name="connsiteX67" fmla="*/ 2299157 w 2901082"/>
              <a:gd name="connsiteY67" fmla="*/ 881508 h 1184116"/>
              <a:gd name="connsiteX68" fmla="*/ 2332049 w 2901082"/>
              <a:gd name="connsiteY68" fmla="*/ 865062 h 1184116"/>
              <a:gd name="connsiteX69" fmla="*/ 2381387 w 2901082"/>
              <a:gd name="connsiteY69" fmla="*/ 861773 h 1184116"/>
              <a:gd name="connsiteX70" fmla="*/ 2378098 w 2901082"/>
              <a:gd name="connsiteY70" fmla="*/ 973607 h 1184116"/>
              <a:gd name="connsiteX71" fmla="*/ 2332049 w 2901082"/>
              <a:gd name="connsiteY71" fmla="*/ 1062415 h 1184116"/>
              <a:gd name="connsiteX72" fmla="*/ 2457038 w 2901082"/>
              <a:gd name="connsiteY72" fmla="*/ 1121621 h 1184116"/>
              <a:gd name="connsiteX73" fmla="*/ 2512956 w 2901082"/>
              <a:gd name="connsiteY73" fmla="*/ 1184116 h 1184116"/>
              <a:gd name="connsiteX74" fmla="*/ 2628078 w 2901082"/>
              <a:gd name="connsiteY74" fmla="*/ 1144644 h 1184116"/>
              <a:gd name="connsiteX75" fmla="*/ 2723465 w 2901082"/>
              <a:gd name="connsiteY75" fmla="*/ 1068992 h 1184116"/>
              <a:gd name="connsiteX76" fmla="*/ 2756357 w 2901082"/>
              <a:gd name="connsiteY76" fmla="*/ 999919 h 1184116"/>
              <a:gd name="connsiteX77" fmla="*/ 2812274 w 2901082"/>
              <a:gd name="connsiteY77" fmla="*/ 1095306 h 1184116"/>
              <a:gd name="connsiteX78" fmla="*/ 2901082 w 2901082"/>
              <a:gd name="connsiteY78" fmla="*/ 1147934 h 1184116"/>
              <a:gd name="connsiteX0" fmla="*/ 0 w 2901082"/>
              <a:gd name="connsiteY0" fmla="*/ 23025 h 1184116"/>
              <a:gd name="connsiteX1" fmla="*/ 92098 w 2901082"/>
              <a:gd name="connsiteY1" fmla="*/ 49338 h 1184116"/>
              <a:gd name="connsiteX2" fmla="*/ 134857 w 2901082"/>
              <a:gd name="connsiteY2" fmla="*/ 49338 h 1184116"/>
              <a:gd name="connsiteX3" fmla="*/ 236823 w 2901082"/>
              <a:gd name="connsiteY3" fmla="*/ 52628 h 1184116"/>
              <a:gd name="connsiteX4" fmla="*/ 299318 w 2901082"/>
              <a:gd name="connsiteY4" fmla="*/ 42760 h 1184116"/>
              <a:gd name="connsiteX5" fmla="*/ 404572 w 2901082"/>
              <a:gd name="connsiteY5" fmla="*/ 42760 h 1184116"/>
              <a:gd name="connsiteX6" fmla="*/ 440754 w 2901082"/>
              <a:gd name="connsiteY6" fmla="*/ 39471 h 1184116"/>
              <a:gd name="connsiteX7" fmla="*/ 506538 w 2901082"/>
              <a:gd name="connsiteY7" fmla="*/ 29603 h 1184116"/>
              <a:gd name="connsiteX8" fmla="*/ 605214 w 2901082"/>
              <a:gd name="connsiteY8" fmla="*/ 26314 h 1184116"/>
              <a:gd name="connsiteX9" fmla="*/ 641395 w 2901082"/>
              <a:gd name="connsiteY9" fmla="*/ 19735 h 1184116"/>
              <a:gd name="connsiteX10" fmla="*/ 690734 w 2901082"/>
              <a:gd name="connsiteY10" fmla="*/ 3289 h 1184116"/>
              <a:gd name="connsiteX11" fmla="*/ 766385 w 2901082"/>
              <a:gd name="connsiteY11" fmla="*/ 0 h 1184116"/>
              <a:gd name="connsiteX12" fmla="*/ 812434 w 2901082"/>
              <a:gd name="connsiteY12" fmla="*/ 6579 h 1184116"/>
              <a:gd name="connsiteX13" fmla="*/ 842037 w 2901082"/>
              <a:gd name="connsiteY13" fmla="*/ 9868 h 1184116"/>
              <a:gd name="connsiteX14" fmla="*/ 874929 w 2901082"/>
              <a:gd name="connsiteY14" fmla="*/ 19735 h 1184116"/>
              <a:gd name="connsiteX15" fmla="*/ 894665 w 2901082"/>
              <a:gd name="connsiteY15" fmla="*/ 42760 h 1184116"/>
              <a:gd name="connsiteX16" fmla="*/ 894665 w 2901082"/>
              <a:gd name="connsiteY16" fmla="*/ 72363 h 1184116"/>
              <a:gd name="connsiteX17" fmla="*/ 897954 w 2901082"/>
              <a:gd name="connsiteY17" fmla="*/ 92098 h 1184116"/>
              <a:gd name="connsiteX18" fmla="*/ 953870 w 2901082"/>
              <a:gd name="connsiteY18" fmla="*/ 105255 h 1184116"/>
              <a:gd name="connsiteX19" fmla="*/ 980184 w 2901082"/>
              <a:gd name="connsiteY19" fmla="*/ 128279 h 1184116"/>
              <a:gd name="connsiteX20" fmla="*/ 957159 w 2901082"/>
              <a:gd name="connsiteY20" fmla="*/ 164461 h 1184116"/>
              <a:gd name="connsiteX21" fmla="*/ 957159 w 2901082"/>
              <a:gd name="connsiteY21" fmla="*/ 226956 h 1184116"/>
              <a:gd name="connsiteX22" fmla="*/ 976895 w 2901082"/>
              <a:gd name="connsiteY22" fmla="*/ 253269 h 1184116"/>
              <a:gd name="connsiteX23" fmla="*/ 1036100 w 2901082"/>
              <a:gd name="connsiteY23" fmla="*/ 220377 h 1184116"/>
              <a:gd name="connsiteX24" fmla="*/ 1068993 w 2901082"/>
              <a:gd name="connsiteY24" fmla="*/ 213799 h 1184116"/>
              <a:gd name="connsiteX25" fmla="*/ 1082149 w 2901082"/>
              <a:gd name="connsiteY25" fmla="*/ 210510 h 1184116"/>
              <a:gd name="connsiteX26" fmla="*/ 1095306 w 2901082"/>
              <a:gd name="connsiteY26" fmla="*/ 203931 h 1184116"/>
              <a:gd name="connsiteX27" fmla="*/ 1095306 w 2901082"/>
              <a:gd name="connsiteY27" fmla="*/ 203931 h 1184116"/>
              <a:gd name="connsiteX28" fmla="*/ 1085439 w 2901082"/>
              <a:gd name="connsiteY28" fmla="*/ 157882 h 1184116"/>
              <a:gd name="connsiteX29" fmla="*/ 1085439 w 2901082"/>
              <a:gd name="connsiteY29" fmla="*/ 157882 h 1184116"/>
              <a:gd name="connsiteX30" fmla="*/ 1124909 w 2901082"/>
              <a:gd name="connsiteY30" fmla="*/ 124990 h 1184116"/>
              <a:gd name="connsiteX31" fmla="*/ 1187404 w 2901082"/>
              <a:gd name="connsiteY31" fmla="*/ 144725 h 1184116"/>
              <a:gd name="connsiteX32" fmla="*/ 1230164 w 2901082"/>
              <a:gd name="connsiteY32" fmla="*/ 167750 h 1184116"/>
              <a:gd name="connsiteX33" fmla="*/ 1272923 w 2901082"/>
              <a:gd name="connsiteY33" fmla="*/ 223666 h 1184116"/>
              <a:gd name="connsiteX34" fmla="*/ 1289370 w 2901082"/>
              <a:gd name="connsiteY34" fmla="*/ 253269 h 1184116"/>
              <a:gd name="connsiteX35" fmla="*/ 1322262 w 2901082"/>
              <a:gd name="connsiteY35" fmla="*/ 256559 h 1184116"/>
              <a:gd name="connsiteX36" fmla="*/ 1358443 w 2901082"/>
              <a:gd name="connsiteY36" fmla="*/ 243402 h 1184116"/>
              <a:gd name="connsiteX37" fmla="*/ 1394624 w 2901082"/>
              <a:gd name="connsiteY37" fmla="*/ 243402 h 1184116"/>
              <a:gd name="connsiteX38" fmla="*/ 1394624 w 2901082"/>
              <a:gd name="connsiteY38" fmla="*/ 243402 h 1184116"/>
              <a:gd name="connsiteX39" fmla="*/ 1371600 w 2901082"/>
              <a:gd name="connsiteY39" fmla="*/ 289451 h 1184116"/>
              <a:gd name="connsiteX40" fmla="*/ 1348575 w 2901082"/>
              <a:gd name="connsiteY40" fmla="*/ 342078 h 1184116"/>
              <a:gd name="connsiteX41" fmla="*/ 1348575 w 2901082"/>
              <a:gd name="connsiteY41" fmla="*/ 361813 h 1184116"/>
              <a:gd name="connsiteX42" fmla="*/ 1374889 w 2901082"/>
              <a:gd name="connsiteY42" fmla="*/ 381548 h 1184116"/>
              <a:gd name="connsiteX43" fmla="*/ 1434095 w 2901082"/>
              <a:gd name="connsiteY43" fmla="*/ 414441 h 1184116"/>
              <a:gd name="connsiteX44" fmla="*/ 1552506 w 2901082"/>
              <a:gd name="connsiteY44" fmla="*/ 536141 h 1184116"/>
              <a:gd name="connsiteX45" fmla="*/ 1506457 w 2901082"/>
              <a:gd name="connsiteY45" fmla="*/ 628239 h 1184116"/>
              <a:gd name="connsiteX46" fmla="*/ 1493300 w 2901082"/>
              <a:gd name="connsiteY46" fmla="*/ 667710 h 1184116"/>
              <a:gd name="connsiteX47" fmla="*/ 1506457 w 2901082"/>
              <a:gd name="connsiteY47" fmla="*/ 694023 h 1184116"/>
              <a:gd name="connsiteX48" fmla="*/ 1585398 w 2901082"/>
              <a:gd name="connsiteY48" fmla="*/ 670999 h 1184116"/>
              <a:gd name="connsiteX49" fmla="*/ 1651182 w 2901082"/>
              <a:gd name="connsiteY49" fmla="*/ 664420 h 1184116"/>
              <a:gd name="connsiteX50" fmla="*/ 1707099 w 2901082"/>
              <a:gd name="connsiteY50" fmla="*/ 677577 h 1184116"/>
              <a:gd name="connsiteX51" fmla="*/ 1726834 w 2901082"/>
              <a:gd name="connsiteY51" fmla="*/ 707180 h 1184116"/>
              <a:gd name="connsiteX52" fmla="*/ 1736702 w 2901082"/>
              <a:gd name="connsiteY52" fmla="*/ 776253 h 1184116"/>
              <a:gd name="connsiteX53" fmla="*/ 1759726 w 2901082"/>
              <a:gd name="connsiteY53" fmla="*/ 782832 h 1184116"/>
              <a:gd name="connsiteX54" fmla="*/ 1805775 w 2901082"/>
              <a:gd name="connsiteY54" fmla="*/ 786121 h 1184116"/>
              <a:gd name="connsiteX55" fmla="*/ 1851824 w 2901082"/>
              <a:gd name="connsiteY55" fmla="*/ 759807 h 1184116"/>
              <a:gd name="connsiteX56" fmla="*/ 1901162 w 2901082"/>
              <a:gd name="connsiteY56" fmla="*/ 723626 h 1184116"/>
              <a:gd name="connsiteX57" fmla="*/ 1940633 w 2901082"/>
              <a:gd name="connsiteY57" fmla="*/ 710469 h 1184116"/>
              <a:gd name="connsiteX58" fmla="*/ 1976814 w 2901082"/>
              <a:gd name="connsiteY58" fmla="*/ 736783 h 1184116"/>
              <a:gd name="connsiteX59" fmla="*/ 1993260 w 2901082"/>
              <a:gd name="connsiteY59" fmla="*/ 792700 h 1184116"/>
              <a:gd name="connsiteX60" fmla="*/ 2039309 w 2901082"/>
              <a:gd name="connsiteY60" fmla="*/ 802567 h 1184116"/>
              <a:gd name="connsiteX61" fmla="*/ 2082069 w 2901082"/>
              <a:gd name="connsiteY61" fmla="*/ 792700 h 1184116"/>
              <a:gd name="connsiteX62" fmla="*/ 2114961 w 2901082"/>
              <a:gd name="connsiteY62" fmla="*/ 812435 h 1184116"/>
              <a:gd name="connsiteX63" fmla="*/ 2124829 w 2901082"/>
              <a:gd name="connsiteY63" fmla="*/ 838748 h 1184116"/>
              <a:gd name="connsiteX64" fmla="*/ 2174167 w 2901082"/>
              <a:gd name="connsiteY64" fmla="*/ 894665 h 1184116"/>
              <a:gd name="connsiteX65" fmla="*/ 2193902 w 2901082"/>
              <a:gd name="connsiteY65" fmla="*/ 901243 h 1184116"/>
              <a:gd name="connsiteX66" fmla="*/ 2276132 w 2901082"/>
              <a:gd name="connsiteY66" fmla="*/ 901243 h 1184116"/>
              <a:gd name="connsiteX67" fmla="*/ 2299157 w 2901082"/>
              <a:gd name="connsiteY67" fmla="*/ 881508 h 1184116"/>
              <a:gd name="connsiteX68" fmla="*/ 2332049 w 2901082"/>
              <a:gd name="connsiteY68" fmla="*/ 865062 h 1184116"/>
              <a:gd name="connsiteX69" fmla="*/ 2381387 w 2901082"/>
              <a:gd name="connsiteY69" fmla="*/ 861773 h 1184116"/>
              <a:gd name="connsiteX70" fmla="*/ 2378098 w 2901082"/>
              <a:gd name="connsiteY70" fmla="*/ 973607 h 1184116"/>
              <a:gd name="connsiteX71" fmla="*/ 2332049 w 2901082"/>
              <a:gd name="connsiteY71" fmla="*/ 1062415 h 1184116"/>
              <a:gd name="connsiteX72" fmla="*/ 2457038 w 2901082"/>
              <a:gd name="connsiteY72" fmla="*/ 1121621 h 1184116"/>
              <a:gd name="connsiteX73" fmla="*/ 2512956 w 2901082"/>
              <a:gd name="connsiteY73" fmla="*/ 1184116 h 1184116"/>
              <a:gd name="connsiteX74" fmla="*/ 2628078 w 2901082"/>
              <a:gd name="connsiteY74" fmla="*/ 1144644 h 1184116"/>
              <a:gd name="connsiteX75" fmla="*/ 2723465 w 2901082"/>
              <a:gd name="connsiteY75" fmla="*/ 1068992 h 1184116"/>
              <a:gd name="connsiteX76" fmla="*/ 2756357 w 2901082"/>
              <a:gd name="connsiteY76" fmla="*/ 999919 h 1184116"/>
              <a:gd name="connsiteX77" fmla="*/ 2812274 w 2901082"/>
              <a:gd name="connsiteY77" fmla="*/ 1095306 h 1184116"/>
              <a:gd name="connsiteX78" fmla="*/ 2901082 w 2901082"/>
              <a:gd name="connsiteY78" fmla="*/ 1147934 h 1184116"/>
              <a:gd name="connsiteX0" fmla="*/ 0 w 2901082"/>
              <a:gd name="connsiteY0" fmla="*/ 23025 h 1184116"/>
              <a:gd name="connsiteX1" fmla="*/ 92098 w 2901082"/>
              <a:gd name="connsiteY1" fmla="*/ 49338 h 1184116"/>
              <a:gd name="connsiteX2" fmla="*/ 134857 w 2901082"/>
              <a:gd name="connsiteY2" fmla="*/ 49338 h 1184116"/>
              <a:gd name="connsiteX3" fmla="*/ 236823 w 2901082"/>
              <a:gd name="connsiteY3" fmla="*/ 52628 h 1184116"/>
              <a:gd name="connsiteX4" fmla="*/ 299318 w 2901082"/>
              <a:gd name="connsiteY4" fmla="*/ 42760 h 1184116"/>
              <a:gd name="connsiteX5" fmla="*/ 404572 w 2901082"/>
              <a:gd name="connsiteY5" fmla="*/ 42760 h 1184116"/>
              <a:gd name="connsiteX6" fmla="*/ 440754 w 2901082"/>
              <a:gd name="connsiteY6" fmla="*/ 39471 h 1184116"/>
              <a:gd name="connsiteX7" fmla="*/ 506538 w 2901082"/>
              <a:gd name="connsiteY7" fmla="*/ 29603 h 1184116"/>
              <a:gd name="connsiteX8" fmla="*/ 605214 w 2901082"/>
              <a:gd name="connsiteY8" fmla="*/ 26314 h 1184116"/>
              <a:gd name="connsiteX9" fmla="*/ 641395 w 2901082"/>
              <a:gd name="connsiteY9" fmla="*/ 19735 h 1184116"/>
              <a:gd name="connsiteX10" fmla="*/ 690734 w 2901082"/>
              <a:gd name="connsiteY10" fmla="*/ 3289 h 1184116"/>
              <a:gd name="connsiteX11" fmla="*/ 766385 w 2901082"/>
              <a:gd name="connsiteY11" fmla="*/ 0 h 1184116"/>
              <a:gd name="connsiteX12" fmla="*/ 812434 w 2901082"/>
              <a:gd name="connsiteY12" fmla="*/ 6579 h 1184116"/>
              <a:gd name="connsiteX13" fmla="*/ 842037 w 2901082"/>
              <a:gd name="connsiteY13" fmla="*/ 9868 h 1184116"/>
              <a:gd name="connsiteX14" fmla="*/ 874929 w 2901082"/>
              <a:gd name="connsiteY14" fmla="*/ 19735 h 1184116"/>
              <a:gd name="connsiteX15" fmla="*/ 894665 w 2901082"/>
              <a:gd name="connsiteY15" fmla="*/ 42760 h 1184116"/>
              <a:gd name="connsiteX16" fmla="*/ 894665 w 2901082"/>
              <a:gd name="connsiteY16" fmla="*/ 72363 h 1184116"/>
              <a:gd name="connsiteX17" fmla="*/ 897954 w 2901082"/>
              <a:gd name="connsiteY17" fmla="*/ 92098 h 1184116"/>
              <a:gd name="connsiteX18" fmla="*/ 953870 w 2901082"/>
              <a:gd name="connsiteY18" fmla="*/ 105255 h 1184116"/>
              <a:gd name="connsiteX19" fmla="*/ 980184 w 2901082"/>
              <a:gd name="connsiteY19" fmla="*/ 128279 h 1184116"/>
              <a:gd name="connsiteX20" fmla="*/ 957159 w 2901082"/>
              <a:gd name="connsiteY20" fmla="*/ 164461 h 1184116"/>
              <a:gd name="connsiteX21" fmla="*/ 957159 w 2901082"/>
              <a:gd name="connsiteY21" fmla="*/ 226956 h 1184116"/>
              <a:gd name="connsiteX22" fmla="*/ 976895 w 2901082"/>
              <a:gd name="connsiteY22" fmla="*/ 253269 h 1184116"/>
              <a:gd name="connsiteX23" fmla="*/ 1036100 w 2901082"/>
              <a:gd name="connsiteY23" fmla="*/ 220377 h 1184116"/>
              <a:gd name="connsiteX24" fmla="*/ 1068993 w 2901082"/>
              <a:gd name="connsiteY24" fmla="*/ 213799 h 1184116"/>
              <a:gd name="connsiteX25" fmla="*/ 1082149 w 2901082"/>
              <a:gd name="connsiteY25" fmla="*/ 210510 h 1184116"/>
              <a:gd name="connsiteX26" fmla="*/ 1095306 w 2901082"/>
              <a:gd name="connsiteY26" fmla="*/ 203931 h 1184116"/>
              <a:gd name="connsiteX27" fmla="*/ 1095306 w 2901082"/>
              <a:gd name="connsiteY27" fmla="*/ 203931 h 1184116"/>
              <a:gd name="connsiteX28" fmla="*/ 1085439 w 2901082"/>
              <a:gd name="connsiteY28" fmla="*/ 157882 h 1184116"/>
              <a:gd name="connsiteX29" fmla="*/ 1085439 w 2901082"/>
              <a:gd name="connsiteY29" fmla="*/ 157882 h 1184116"/>
              <a:gd name="connsiteX30" fmla="*/ 1124909 w 2901082"/>
              <a:gd name="connsiteY30" fmla="*/ 124990 h 1184116"/>
              <a:gd name="connsiteX31" fmla="*/ 1187404 w 2901082"/>
              <a:gd name="connsiteY31" fmla="*/ 144725 h 1184116"/>
              <a:gd name="connsiteX32" fmla="*/ 1230164 w 2901082"/>
              <a:gd name="connsiteY32" fmla="*/ 167750 h 1184116"/>
              <a:gd name="connsiteX33" fmla="*/ 1272923 w 2901082"/>
              <a:gd name="connsiteY33" fmla="*/ 223666 h 1184116"/>
              <a:gd name="connsiteX34" fmla="*/ 1289370 w 2901082"/>
              <a:gd name="connsiteY34" fmla="*/ 253269 h 1184116"/>
              <a:gd name="connsiteX35" fmla="*/ 1322262 w 2901082"/>
              <a:gd name="connsiteY35" fmla="*/ 256559 h 1184116"/>
              <a:gd name="connsiteX36" fmla="*/ 1358443 w 2901082"/>
              <a:gd name="connsiteY36" fmla="*/ 243402 h 1184116"/>
              <a:gd name="connsiteX37" fmla="*/ 1394624 w 2901082"/>
              <a:gd name="connsiteY37" fmla="*/ 243402 h 1184116"/>
              <a:gd name="connsiteX38" fmla="*/ 1394624 w 2901082"/>
              <a:gd name="connsiteY38" fmla="*/ 243402 h 1184116"/>
              <a:gd name="connsiteX39" fmla="*/ 1371600 w 2901082"/>
              <a:gd name="connsiteY39" fmla="*/ 289451 h 1184116"/>
              <a:gd name="connsiteX40" fmla="*/ 1348575 w 2901082"/>
              <a:gd name="connsiteY40" fmla="*/ 342078 h 1184116"/>
              <a:gd name="connsiteX41" fmla="*/ 1348575 w 2901082"/>
              <a:gd name="connsiteY41" fmla="*/ 361813 h 1184116"/>
              <a:gd name="connsiteX42" fmla="*/ 1374889 w 2901082"/>
              <a:gd name="connsiteY42" fmla="*/ 381548 h 1184116"/>
              <a:gd name="connsiteX43" fmla="*/ 1434095 w 2901082"/>
              <a:gd name="connsiteY43" fmla="*/ 414441 h 1184116"/>
              <a:gd name="connsiteX44" fmla="*/ 1552506 w 2901082"/>
              <a:gd name="connsiteY44" fmla="*/ 536141 h 1184116"/>
              <a:gd name="connsiteX45" fmla="*/ 1506457 w 2901082"/>
              <a:gd name="connsiteY45" fmla="*/ 628239 h 1184116"/>
              <a:gd name="connsiteX46" fmla="*/ 1493300 w 2901082"/>
              <a:gd name="connsiteY46" fmla="*/ 667710 h 1184116"/>
              <a:gd name="connsiteX47" fmla="*/ 1506457 w 2901082"/>
              <a:gd name="connsiteY47" fmla="*/ 694023 h 1184116"/>
              <a:gd name="connsiteX48" fmla="*/ 1585398 w 2901082"/>
              <a:gd name="connsiteY48" fmla="*/ 670999 h 1184116"/>
              <a:gd name="connsiteX49" fmla="*/ 1651182 w 2901082"/>
              <a:gd name="connsiteY49" fmla="*/ 664420 h 1184116"/>
              <a:gd name="connsiteX50" fmla="*/ 1707099 w 2901082"/>
              <a:gd name="connsiteY50" fmla="*/ 677577 h 1184116"/>
              <a:gd name="connsiteX51" fmla="*/ 1726834 w 2901082"/>
              <a:gd name="connsiteY51" fmla="*/ 707180 h 1184116"/>
              <a:gd name="connsiteX52" fmla="*/ 1736702 w 2901082"/>
              <a:gd name="connsiteY52" fmla="*/ 776253 h 1184116"/>
              <a:gd name="connsiteX53" fmla="*/ 1759726 w 2901082"/>
              <a:gd name="connsiteY53" fmla="*/ 782832 h 1184116"/>
              <a:gd name="connsiteX54" fmla="*/ 1805775 w 2901082"/>
              <a:gd name="connsiteY54" fmla="*/ 786121 h 1184116"/>
              <a:gd name="connsiteX55" fmla="*/ 1851824 w 2901082"/>
              <a:gd name="connsiteY55" fmla="*/ 759807 h 1184116"/>
              <a:gd name="connsiteX56" fmla="*/ 1901162 w 2901082"/>
              <a:gd name="connsiteY56" fmla="*/ 723626 h 1184116"/>
              <a:gd name="connsiteX57" fmla="*/ 1940633 w 2901082"/>
              <a:gd name="connsiteY57" fmla="*/ 710469 h 1184116"/>
              <a:gd name="connsiteX58" fmla="*/ 1976814 w 2901082"/>
              <a:gd name="connsiteY58" fmla="*/ 736783 h 1184116"/>
              <a:gd name="connsiteX59" fmla="*/ 1993260 w 2901082"/>
              <a:gd name="connsiteY59" fmla="*/ 792700 h 1184116"/>
              <a:gd name="connsiteX60" fmla="*/ 2039309 w 2901082"/>
              <a:gd name="connsiteY60" fmla="*/ 802567 h 1184116"/>
              <a:gd name="connsiteX61" fmla="*/ 2082069 w 2901082"/>
              <a:gd name="connsiteY61" fmla="*/ 792700 h 1184116"/>
              <a:gd name="connsiteX62" fmla="*/ 2114961 w 2901082"/>
              <a:gd name="connsiteY62" fmla="*/ 812435 h 1184116"/>
              <a:gd name="connsiteX63" fmla="*/ 2124829 w 2901082"/>
              <a:gd name="connsiteY63" fmla="*/ 838748 h 1184116"/>
              <a:gd name="connsiteX64" fmla="*/ 2174167 w 2901082"/>
              <a:gd name="connsiteY64" fmla="*/ 894665 h 1184116"/>
              <a:gd name="connsiteX65" fmla="*/ 2193902 w 2901082"/>
              <a:gd name="connsiteY65" fmla="*/ 901243 h 1184116"/>
              <a:gd name="connsiteX66" fmla="*/ 2276132 w 2901082"/>
              <a:gd name="connsiteY66" fmla="*/ 901243 h 1184116"/>
              <a:gd name="connsiteX67" fmla="*/ 2299157 w 2901082"/>
              <a:gd name="connsiteY67" fmla="*/ 881508 h 1184116"/>
              <a:gd name="connsiteX68" fmla="*/ 2332049 w 2901082"/>
              <a:gd name="connsiteY68" fmla="*/ 865062 h 1184116"/>
              <a:gd name="connsiteX69" fmla="*/ 2381387 w 2901082"/>
              <a:gd name="connsiteY69" fmla="*/ 861773 h 1184116"/>
              <a:gd name="connsiteX70" fmla="*/ 2378098 w 2901082"/>
              <a:gd name="connsiteY70" fmla="*/ 973607 h 1184116"/>
              <a:gd name="connsiteX71" fmla="*/ 2332049 w 2901082"/>
              <a:gd name="connsiteY71" fmla="*/ 1062415 h 1184116"/>
              <a:gd name="connsiteX72" fmla="*/ 2457038 w 2901082"/>
              <a:gd name="connsiteY72" fmla="*/ 1121621 h 1184116"/>
              <a:gd name="connsiteX73" fmla="*/ 2512956 w 2901082"/>
              <a:gd name="connsiteY73" fmla="*/ 1184116 h 1184116"/>
              <a:gd name="connsiteX74" fmla="*/ 2628078 w 2901082"/>
              <a:gd name="connsiteY74" fmla="*/ 1144644 h 1184116"/>
              <a:gd name="connsiteX75" fmla="*/ 2723465 w 2901082"/>
              <a:gd name="connsiteY75" fmla="*/ 1068992 h 1184116"/>
              <a:gd name="connsiteX76" fmla="*/ 2730044 w 2901082"/>
              <a:gd name="connsiteY76" fmla="*/ 1003208 h 1184116"/>
              <a:gd name="connsiteX77" fmla="*/ 2812274 w 2901082"/>
              <a:gd name="connsiteY77" fmla="*/ 1095306 h 1184116"/>
              <a:gd name="connsiteX78" fmla="*/ 2901082 w 2901082"/>
              <a:gd name="connsiteY78" fmla="*/ 1147934 h 1184116"/>
              <a:gd name="connsiteX0" fmla="*/ 0 w 2901082"/>
              <a:gd name="connsiteY0" fmla="*/ 23025 h 1184116"/>
              <a:gd name="connsiteX1" fmla="*/ 92098 w 2901082"/>
              <a:gd name="connsiteY1" fmla="*/ 49338 h 1184116"/>
              <a:gd name="connsiteX2" fmla="*/ 134857 w 2901082"/>
              <a:gd name="connsiteY2" fmla="*/ 49338 h 1184116"/>
              <a:gd name="connsiteX3" fmla="*/ 236823 w 2901082"/>
              <a:gd name="connsiteY3" fmla="*/ 52628 h 1184116"/>
              <a:gd name="connsiteX4" fmla="*/ 299318 w 2901082"/>
              <a:gd name="connsiteY4" fmla="*/ 42760 h 1184116"/>
              <a:gd name="connsiteX5" fmla="*/ 404572 w 2901082"/>
              <a:gd name="connsiteY5" fmla="*/ 42760 h 1184116"/>
              <a:gd name="connsiteX6" fmla="*/ 440754 w 2901082"/>
              <a:gd name="connsiteY6" fmla="*/ 39471 h 1184116"/>
              <a:gd name="connsiteX7" fmla="*/ 506538 w 2901082"/>
              <a:gd name="connsiteY7" fmla="*/ 29603 h 1184116"/>
              <a:gd name="connsiteX8" fmla="*/ 605214 w 2901082"/>
              <a:gd name="connsiteY8" fmla="*/ 26314 h 1184116"/>
              <a:gd name="connsiteX9" fmla="*/ 641395 w 2901082"/>
              <a:gd name="connsiteY9" fmla="*/ 19735 h 1184116"/>
              <a:gd name="connsiteX10" fmla="*/ 690734 w 2901082"/>
              <a:gd name="connsiteY10" fmla="*/ 3289 h 1184116"/>
              <a:gd name="connsiteX11" fmla="*/ 766385 w 2901082"/>
              <a:gd name="connsiteY11" fmla="*/ 0 h 1184116"/>
              <a:gd name="connsiteX12" fmla="*/ 812434 w 2901082"/>
              <a:gd name="connsiteY12" fmla="*/ 6579 h 1184116"/>
              <a:gd name="connsiteX13" fmla="*/ 842037 w 2901082"/>
              <a:gd name="connsiteY13" fmla="*/ 9868 h 1184116"/>
              <a:gd name="connsiteX14" fmla="*/ 874929 w 2901082"/>
              <a:gd name="connsiteY14" fmla="*/ 19735 h 1184116"/>
              <a:gd name="connsiteX15" fmla="*/ 894665 w 2901082"/>
              <a:gd name="connsiteY15" fmla="*/ 42760 h 1184116"/>
              <a:gd name="connsiteX16" fmla="*/ 894665 w 2901082"/>
              <a:gd name="connsiteY16" fmla="*/ 72363 h 1184116"/>
              <a:gd name="connsiteX17" fmla="*/ 897954 w 2901082"/>
              <a:gd name="connsiteY17" fmla="*/ 92098 h 1184116"/>
              <a:gd name="connsiteX18" fmla="*/ 953870 w 2901082"/>
              <a:gd name="connsiteY18" fmla="*/ 105255 h 1184116"/>
              <a:gd name="connsiteX19" fmla="*/ 980184 w 2901082"/>
              <a:gd name="connsiteY19" fmla="*/ 128279 h 1184116"/>
              <a:gd name="connsiteX20" fmla="*/ 957159 w 2901082"/>
              <a:gd name="connsiteY20" fmla="*/ 164461 h 1184116"/>
              <a:gd name="connsiteX21" fmla="*/ 957159 w 2901082"/>
              <a:gd name="connsiteY21" fmla="*/ 226956 h 1184116"/>
              <a:gd name="connsiteX22" fmla="*/ 976895 w 2901082"/>
              <a:gd name="connsiteY22" fmla="*/ 253269 h 1184116"/>
              <a:gd name="connsiteX23" fmla="*/ 1036100 w 2901082"/>
              <a:gd name="connsiteY23" fmla="*/ 220377 h 1184116"/>
              <a:gd name="connsiteX24" fmla="*/ 1068993 w 2901082"/>
              <a:gd name="connsiteY24" fmla="*/ 213799 h 1184116"/>
              <a:gd name="connsiteX25" fmla="*/ 1082149 w 2901082"/>
              <a:gd name="connsiteY25" fmla="*/ 210510 h 1184116"/>
              <a:gd name="connsiteX26" fmla="*/ 1095306 w 2901082"/>
              <a:gd name="connsiteY26" fmla="*/ 203931 h 1184116"/>
              <a:gd name="connsiteX27" fmla="*/ 1095306 w 2901082"/>
              <a:gd name="connsiteY27" fmla="*/ 203931 h 1184116"/>
              <a:gd name="connsiteX28" fmla="*/ 1085439 w 2901082"/>
              <a:gd name="connsiteY28" fmla="*/ 157882 h 1184116"/>
              <a:gd name="connsiteX29" fmla="*/ 1085439 w 2901082"/>
              <a:gd name="connsiteY29" fmla="*/ 157882 h 1184116"/>
              <a:gd name="connsiteX30" fmla="*/ 1124909 w 2901082"/>
              <a:gd name="connsiteY30" fmla="*/ 124990 h 1184116"/>
              <a:gd name="connsiteX31" fmla="*/ 1187404 w 2901082"/>
              <a:gd name="connsiteY31" fmla="*/ 144725 h 1184116"/>
              <a:gd name="connsiteX32" fmla="*/ 1230164 w 2901082"/>
              <a:gd name="connsiteY32" fmla="*/ 167750 h 1184116"/>
              <a:gd name="connsiteX33" fmla="*/ 1272923 w 2901082"/>
              <a:gd name="connsiteY33" fmla="*/ 223666 h 1184116"/>
              <a:gd name="connsiteX34" fmla="*/ 1289370 w 2901082"/>
              <a:gd name="connsiteY34" fmla="*/ 253269 h 1184116"/>
              <a:gd name="connsiteX35" fmla="*/ 1322262 w 2901082"/>
              <a:gd name="connsiteY35" fmla="*/ 256559 h 1184116"/>
              <a:gd name="connsiteX36" fmla="*/ 1358443 w 2901082"/>
              <a:gd name="connsiteY36" fmla="*/ 243402 h 1184116"/>
              <a:gd name="connsiteX37" fmla="*/ 1394624 w 2901082"/>
              <a:gd name="connsiteY37" fmla="*/ 243402 h 1184116"/>
              <a:gd name="connsiteX38" fmla="*/ 1394624 w 2901082"/>
              <a:gd name="connsiteY38" fmla="*/ 243402 h 1184116"/>
              <a:gd name="connsiteX39" fmla="*/ 1371600 w 2901082"/>
              <a:gd name="connsiteY39" fmla="*/ 289451 h 1184116"/>
              <a:gd name="connsiteX40" fmla="*/ 1348575 w 2901082"/>
              <a:gd name="connsiteY40" fmla="*/ 342078 h 1184116"/>
              <a:gd name="connsiteX41" fmla="*/ 1348575 w 2901082"/>
              <a:gd name="connsiteY41" fmla="*/ 361813 h 1184116"/>
              <a:gd name="connsiteX42" fmla="*/ 1374889 w 2901082"/>
              <a:gd name="connsiteY42" fmla="*/ 381548 h 1184116"/>
              <a:gd name="connsiteX43" fmla="*/ 1434095 w 2901082"/>
              <a:gd name="connsiteY43" fmla="*/ 414441 h 1184116"/>
              <a:gd name="connsiteX44" fmla="*/ 1552506 w 2901082"/>
              <a:gd name="connsiteY44" fmla="*/ 536141 h 1184116"/>
              <a:gd name="connsiteX45" fmla="*/ 1506457 w 2901082"/>
              <a:gd name="connsiteY45" fmla="*/ 628239 h 1184116"/>
              <a:gd name="connsiteX46" fmla="*/ 1493300 w 2901082"/>
              <a:gd name="connsiteY46" fmla="*/ 667710 h 1184116"/>
              <a:gd name="connsiteX47" fmla="*/ 1506457 w 2901082"/>
              <a:gd name="connsiteY47" fmla="*/ 694023 h 1184116"/>
              <a:gd name="connsiteX48" fmla="*/ 1585398 w 2901082"/>
              <a:gd name="connsiteY48" fmla="*/ 670999 h 1184116"/>
              <a:gd name="connsiteX49" fmla="*/ 1651182 w 2901082"/>
              <a:gd name="connsiteY49" fmla="*/ 664420 h 1184116"/>
              <a:gd name="connsiteX50" fmla="*/ 1707099 w 2901082"/>
              <a:gd name="connsiteY50" fmla="*/ 677577 h 1184116"/>
              <a:gd name="connsiteX51" fmla="*/ 1726834 w 2901082"/>
              <a:gd name="connsiteY51" fmla="*/ 707180 h 1184116"/>
              <a:gd name="connsiteX52" fmla="*/ 1736702 w 2901082"/>
              <a:gd name="connsiteY52" fmla="*/ 776253 h 1184116"/>
              <a:gd name="connsiteX53" fmla="*/ 1759726 w 2901082"/>
              <a:gd name="connsiteY53" fmla="*/ 782832 h 1184116"/>
              <a:gd name="connsiteX54" fmla="*/ 1805775 w 2901082"/>
              <a:gd name="connsiteY54" fmla="*/ 786121 h 1184116"/>
              <a:gd name="connsiteX55" fmla="*/ 1851824 w 2901082"/>
              <a:gd name="connsiteY55" fmla="*/ 759807 h 1184116"/>
              <a:gd name="connsiteX56" fmla="*/ 1901162 w 2901082"/>
              <a:gd name="connsiteY56" fmla="*/ 723626 h 1184116"/>
              <a:gd name="connsiteX57" fmla="*/ 1940633 w 2901082"/>
              <a:gd name="connsiteY57" fmla="*/ 710469 h 1184116"/>
              <a:gd name="connsiteX58" fmla="*/ 1976814 w 2901082"/>
              <a:gd name="connsiteY58" fmla="*/ 736783 h 1184116"/>
              <a:gd name="connsiteX59" fmla="*/ 1993260 w 2901082"/>
              <a:gd name="connsiteY59" fmla="*/ 792700 h 1184116"/>
              <a:gd name="connsiteX60" fmla="*/ 2039309 w 2901082"/>
              <a:gd name="connsiteY60" fmla="*/ 802567 h 1184116"/>
              <a:gd name="connsiteX61" fmla="*/ 2082069 w 2901082"/>
              <a:gd name="connsiteY61" fmla="*/ 792700 h 1184116"/>
              <a:gd name="connsiteX62" fmla="*/ 2114961 w 2901082"/>
              <a:gd name="connsiteY62" fmla="*/ 812435 h 1184116"/>
              <a:gd name="connsiteX63" fmla="*/ 2124829 w 2901082"/>
              <a:gd name="connsiteY63" fmla="*/ 838748 h 1184116"/>
              <a:gd name="connsiteX64" fmla="*/ 2174167 w 2901082"/>
              <a:gd name="connsiteY64" fmla="*/ 894665 h 1184116"/>
              <a:gd name="connsiteX65" fmla="*/ 2193902 w 2901082"/>
              <a:gd name="connsiteY65" fmla="*/ 901243 h 1184116"/>
              <a:gd name="connsiteX66" fmla="*/ 2276132 w 2901082"/>
              <a:gd name="connsiteY66" fmla="*/ 901243 h 1184116"/>
              <a:gd name="connsiteX67" fmla="*/ 2299157 w 2901082"/>
              <a:gd name="connsiteY67" fmla="*/ 881508 h 1184116"/>
              <a:gd name="connsiteX68" fmla="*/ 2332049 w 2901082"/>
              <a:gd name="connsiteY68" fmla="*/ 865062 h 1184116"/>
              <a:gd name="connsiteX69" fmla="*/ 2381387 w 2901082"/>
              <a:gd name="connsiteY69" fmla="*/ 861773 h 1184116"/>
              <a:gd name="connsiteX70" fmla="*/ 2378098 w 2901082"/>
              <a:gd name="connsiteY70" fmla="*/ 973607 h 1184116"/>
              <a:gd name="connsiteX71" fmla="*/ 2332049 w 2901082"/>
              <a:gd name="connsiteY71" fmla="*/ 1062415 h 1184116"/>
              <a:gd name="connsiteX72" fmla="*/ 2457038 w 2901082"/>
              <a:gd name="connsiteY72" fmla="*/ 1121621 h 1184116"/>
              <a:gd name="connsiteX73" fmla="*/ 2512956 w 2901082"/>
              <a:gd name="connsiteY73" fmla="*/ 1184116 h 1184116"/>
              <a:gd name="connsiteX74" fmla="*/ 2628078 w 2901082"/>
              <a:gd name="connsiteY74" fmla="*/ 1144644 h 1184116"/>
              <a:gd name="connsiteX75" fmla="*/ 2723465 w 2901082"/>
              <a:gd name="connsiteY75" fmla="*/ 1068992 h 1184116"/>
              <a:gd name="connsiteX76" fmla="*/ 2730044 w 2901082"/>
              <a:gd name="connsiteY76" fmla="*/ 1003208 h 1184116"/>
              <a:gd name="connsiteX77" fmla="*/ 2812274 w 2901082"/>
              <a:gd name="connsiteY77" fmla="*/ 1095306 h 1184116"/>
              <a:gd name="connsiteX78" fmla="*/ 2901082 w 2901082"/>
              <a:gd name="connsiteY78" fmla="*/ 1147934 h 1184116"/>
              <a:gd name="connsiteX0" fmla="*/ 0 w 2901082"/>
              <a:gd name="connsiteY0" fmla="*/ 23025 h 1184116"/>
              <a:gd name="connsiteX1" fmla="*/ 92098 w 2901082"/>
              <a:gd name="connsiteY1" fmla="*/ 49338 h 1184116"/>
              <a:gd name="connsiteX2" fmla="*/ 134857 w 2901082"/>
              <a:gd name="connsiteY2" fmla="*/ 49338 h 1184116"/>
              <a:gd name="connsiteX3" fmla="*/ 236823 w 2901082"/>
              <a:gd name="connsiteY3" fmla="*/ 52628 h 1184116"/>
              <a:gd name="connsiteX4" fmla="*/ 299318 w 2901082"/>
              <a:gd name="connsiteY4" fmla="*/ 42760 h 1184116"/>
              <a:gd name="connsiteX5" fmla="*/ 404572 w 2901082"/>
              <a:gd name="connsiteY5" fmla="*/ 42760 h 1184116"/>
              <a:gd name="connsiteX6" fmla="*/ 440754 w 2901082"/>
              <a:gd name="connsiteY6" fmla="*/ 39471 h 1184116"/>
              <a:gd name="connsiteX7" fmla="*/ 506538 w 2901082"/>
              <a:gd name="connsiteY7" fmla="*/ 29603 h 1184116"/>
              <a:gd name="connsiteX8" fmla="*/ 605214 w 2901082"/>
              <a:gd name="connsiteY8" fmla="*/ 26314 h 1184116"/>
              <a:gd name="connsiteX9" fmla="*/ 641395 w 2901082"/>
              <a:gd name="connsiteY9" fmla="*/ 19735 h 1184116"/>
              <a:gd name="connsiteX10" fmla="*/ 690734 w 2901082"/>
              <a:gd name="connsiteY10" fmla="*/ 3289 h 1184116"/>
              <a:gd name="connsiteX11" fmla="*/ 766385 w 2901082"/>
              <a:gd name="connsiteY11" fmla="*/ 0 h 1184116"/>
              <a:gd name="connsiteX12" fmla="*/ 812434 w 2901082"/>
              <a:gd name="connsiteY12" fmla="*/ 6579 h 1184116"/>
              <a:gd name="connsiteX13" fmla="*/ 842037 w 2901082"/>
              <a:gd name="connsiteY13" fmla="*/ 9868 h 1184116"/>
              <a:gd name="connsiteX14" fmla="*/ 874929 w 2901082"/>
              <a:gd name="connsiteY14" fmla="*/ 19735 h 1184116"/>
              <a:gd name="connsiteX15" fmla="*/ 894665 w 2901082"/>
              <a:gd name="connsiteY15" fmla="*/ 42760 h 1184116"/>
              <a:gd name="connsiteX16" fmla="*/ 894665 w 2901082"/>
              <a:gd name="connsiteY16" fmla="*/ 72363 h 1184116"/>
              <a:gd name="connsiteX17" fmla="*/ 897954 w 2901082"/>
              <a:gd name="connsiteY17" fmla="*/ 92098 h 1184116"/>
              <a:gd name="connsiteX18" fmla="*/ 953870 w 2901082"/>
              <a:gd name="connsiteY18" fmla="*/ 105255 h 1184116"/>
              <a:gd name="connsiteX19" fmla="*/ 980184 w 2901082"/>
              <a:gd name="connsiteY19" fmla="*/ 128279 h 1184116"/>
              <a:gd name="connsiteX20" fmla="*/ 957159 w 2901082"/>
              <a:gd name="connsiteY20" fmla="*/ 164461 h 1184116"/>
              <a:gd name="connsiteX21" fmla="*/ 957159 w 2901082"/>
              <a:gd name="connsiteY21" fmla="*/ 226956 h 1184116"/>
              <a:gd name="connsiteX22" fmla="*/ 976895 w 2901082"/>
              <a:gd name="connsiteY22" fmla="*/ 253269 h 1184116"/>
              <a:gd name="connsiteX23" fmla="*/ 1036100 w 2901082"/>
              <a:gd name="connsiteY23" fmla="*/ 220377 h 1184116"/>
              <a:gd name="connsiteX24" fmla="*/ 1068993 w 2901082"/>
              <a:gd name="connsiteY24" fmla="*/ 213799 h 1184116"/>
              <a:gd name="connsiteX25" fmla="*/ 1082149 w 2901082"/>
              <a:gd name="connsiteY25" fmla="*/ 210510 h 1184116"/>
              <a:gd name="connsiteX26" fmla="*/ 1095306 w 2901082"/>
              <a:gd name="connsiteY26" fmla="*/ 203931 h 1184116"/>
              <a:gd name="connsiteX27" fmla="*/ 1095306 w 2901082"/>
              <a:gd name="connsiteY27" fmla="*/ 203931 h 1184116"/>
              <a:gd name="connsiteX28" fmla="*/ 1085439 w 2901082"/>
              <a:gd name="connsiteY28" fmla="*/ 157882 h 1184116"/>
              <a:gd name="connsiteX29" fmla="*/ 1085439 w 2901082"/>
              <a:gd name="connsiteY29" fmla="*/ 157882 h 1184116"/>
              <a:gd name="connsiteX30" fmla="*/ 1124909 w 2901082"/>
              <a:gd name="connsiteY30" fmla="*/ 124990 h 1184116"/>
              <a:gd name="connsiteX31" fmla="*/ 1187404 w 2901082"/>
              <a:gd name="connsiteY31" fmla="*/ 144725 h 1184116"/>
              <a:gd name="connsiteX32" fmla="*/ 1230164 w 2901082"/>
              <a:gd name="connsiteY32" fmla="*/ 167750 h 1184116"/>
              <a:gd name="connsiteX33" fmla="*/ 1272923 w 2901082"/>
              <a:gd name="connsiteY33" fmla="*/ 223666 h 1184116"/>
              <a:gd name="connsiteX34" fmla="*/ 1289370 w 2901082"/>
              <a:gd name="connsiteY34" fmla="*/ 253269 h 1184116"/>
              <a:gd name="connsiteX35" fmla="*/ 1322262 w 2901082"/>
              <a:gd name="connsiteY35" fmla="*/ 256559 h 1184116"/>
              <a:gd name="connsiteX36" fmla="*/ 1358443 w 2901082"/>
              <a:gd name="connsiteY36" fmla="*/ 243402 h 1184116"/>
              <a:gd name="connsiteX37" fmla="*/ 1394624 w 2901082"/>
              <a:gd name="connsiteY37" fmla="*/ 243402 h 1184116"/>
              <a:gd name="connsiteX38" fmla="*/ 1394624 w 2901082"/>
              <a:gd name="connsiteY38" fmla="*/ 243402 h 1184116"/>
              <a:gd name="connsiteX39" fmla="*/ 1371600 w 2901082"/>
              <a:gd name="connsiteY39" fmla="*/ 289451 h 1184116"/>
              <a:gd name="connsiteX40" fmla="*/ 1348575 w 2901082"/>
              <a:gd name="connsiteY40" fmla="*/ 342078 h 1184116"/>
              <a:gd name="connsiteX41" fmla="*/ 1348575 w 2901082"/>
              <a:gd name="connsiteY41" fmla="*/ 361813 h 1184116"/>
              <a:gd name="connsiteX42" fmla="*/ 1374889 w 2901082"/>
              <a:gd name="connsiteY42" fmla="*/ 381548 h 1184116"/>
              <a:gd name="connsiteX43" fmla="*/ 1434095 w 2901082"/>
              <a:gd name="connsiteY43" fmla="*/ 414441 h 1184116"/>
              <a:gd name="connsiteX44" fmla="*/ 1552506 w 2901082"/>
              <a:gd name="connsiteY44" fmla="*/ 536141 h 1184116"/>
              <a:gd name="connsiteX45" fmla="*/ 1506457 w 2901082"/>
              <a:gd name="connsiteY45" fmla="*/ 628239 h 1184116"/>
              <a:gd name="connsiteX46" fmla="*/ 1493300 w 2901082"/>
              <a:gd name="connsiteY46" fmla="*/ 667710 h 1184116"/>
              <a:gd name="connsiteX47" fmla="*/ 1506457 w 2901082"/>
              <a:gd name="connsiteY47" fmla="*/ 694023 h 1184116"/>
              <a:gd name="connsiteX48" fmla="*/ 1585398 w 2901082"/>
              <a:gd name="connsiteY48" fmla="*/ 670999 h 1184116"/>
              <a:gd name="connsiteX49" fmla="*/ 1651182 w 2901082"/>
              <a:gd name="connsiteY49" fmla="*/ 664420 h 1184116"/>
              <a:gd name="connsiteX50" fmla="*/ 1707099 w 2901082"/>
              <a:gd name="connsiteY50" fmla="*/ 677577 h 1184116"/>
              <a:gd name="connsiteX51" fmla="*/ 1726834 w 2901082"/>
              <a:gd name="connsiteY51" fmla="*/ 707180 h 1184116"/>
              <a:gd name="connsiteX52" fmla="*/ 1736702 w 2901082"/>
              <a:gd name="connsiteY52" fmla="*/ 776253 h 1184116"/>
              <a:gd name="connsiteX53" fmla="*/ 1759726 w 2901082"/>
              <a:gd name="connsiteY53" fmla="*/ 782832 h 1184116"/>
              <a:gd name="connsiteX54" fmla="*/ 1805775 w 2901082"/>
              <a:gd name="connsiteY54" fmla="*/ 786121 h 1184116"/>
              <a:gd name="connsiteX55" fmla="*/ 1851824 w 2901082"/>
              <a:gd name="connsiteY55" fmla="*/ 759807 h 1184116"/>
              <a:gd name="connsiteX56" fmla="*/ 1901162 w 2901082"/>
              <a:gd name="connsiteY56" fmla="*/ 723626 h 1184116"/>
              <a:gd name="connsiteX57" fmla="*/ 1940633 w 2901082"/>
              <a:gd name="connsiteY57" fmla="*/ 710469 h 1184116"/>
              <a:gd name="connsiteX58" fmla="*/ 1976814 w 2901082"/>
              <a:gd name="connsiteY58" fmla="*/ 736783 h 1184116"/>
              <a:gd name="connsiteX59" fmla="*/ 1993260 w 2901082"/>
              <a:gd name="connsiteY59" fmla="*/ 792700 h 1184116"/>
              <a:gd name="connsiteX60" fmla="*/ 2039309 w 2901082"/>
              <a:gd name="connsiteY60" fmla="*/ 802567 h 1184116"/>
              <a:gd name="connsiteX61" fmla="*/ 2082069 w 2901082"/>
              <a:gd name="connsiteY61" fmla="*/ 792700 h 1184116"/>
              <a:gd name="connsiteX62" fmla="*/ 2114961 w 2901082"/>
              <a:gd name="connsiteY62" fmla="*/ 812435 h 1184116"/>
              <a:gd name="connsiteX63" fmla="*/ 2124829 w 2901082"/>
              <a:gd name="connsiteY63" fmla="*/ 838748 h 1184116"/>
              <a:gd name="connsiteX64" fmla="*/ 2174167 w 2901082"/>
              <a:gd name="connsiteY64" fmla="*/ 894665 h 1184116"/>
              <a:gd name="connsiteX65" fmla="*/ 2193902 w 2901082"/>
              <a:gd name="connsiteY65" fmla="*/ 901243 h 1184116"/>
              <a:gd name="connsiteX66" fmla="*/ 2276132 w 2901082"/>
              <a:gd name="connsiteY66" fmla="*/ 901243 h 1184116"/>
              <a:gd name="connsiteX67" fmla="*/ 2299157 w 2901082"/>
              <a:gd name="connsiteY67" fmla="*/ 881508 h 1184116"/>
              <a:gd name="connsiteX68" fmla="*/ 2332049 w 2901082"/>
              <a:gd name="connsiteY68" fmla="*/ 865062 h 1184116"/>
              <a:gd name="connsiteX69" fmla="*/ 2381387 w 2901082"/>
              <a:gd name="connsiteY69" fmla="*/ 861773 h 1184116"/>
              <a:gd name="connsiteX70" fmla="*/ 2378098 w 2901082"/>
              <a:gd name="connsiteY70" fmla="*/ 973607 h 1184116"/>
              <a:gd name="connsiteX71" fmla="*/ 2332049 w 2901082"/>
              <a:gd name="connsiteY71" fmla="*/ 1062415 h 1184116"/>
              <a:gd name="connsiteX72" fmla="*/ 2457038 w 2901082"/>
              <a:gd name="connsiteY72" fmla="*/ 1121621 h 1184116"/>
              <a:gd name="connsiteX73" fmla="*/ 2512956 w 2901082"/>
              <a:gd name="connsiteY73" fmla="*/ 1184116 h 1184116"/>
              <a:gd name="connsiteX74" fmla="*/ 2628078 w 2901082"/>
              <a:gd name="connsiteY74" fmla="*/ 1144644 h 1184116"/>
              <a:gd name="connsiteX75" fmla="*/ 2707019 w 2901082"/>
              <a:gd name="connsiteY75" fmla="*/ 1072281 h 1184116"/>
              <a:gd name="connsiteX76" fmla="*/ 2730044 w 2901082"/>
              <a:gd name="connsiteY76" fmla="*/ 1003208 h 1184116"/>
              <a:gd name="connsiteX77" fmla="*/ 2812274 w 2901082"/>
              <a:gd name="connsiteY77" fmla="*/ 1095306 h 1184116"/>
              <a:gd name="connsiteX78" fmla="*/ 2901082 w 2901082"/>
              <a:gd name="connsiteY78" fmla="*/ 1147934 h 1184116"/>
              <a:gd name="connsiteX0" fmla="*/ 0 w 2901082"/>
              <a:gd name="connsiteY0" fmla="*/ 23025 h 1184116"/>
              <a:gd name="connsiteX1" fmla="*/ 92098 w 2901082"/>
              <a:gd name="connsiteY1" fmla="*/ 49338 h 1184116"/>
              <a:gd name="connsiteX2" fmla="*/ 134857 w 2901082"/>
              <a:gd name="connsiteY2" fmla="*/ 49338 h 1184116"/>
              <a:gd name="connsiteX3" fmla="*/ 236823 w 2901082"/>
              <a:gd name="connsiteY3" fmla="*/ 52628 h 1184116"/>
              <a:gd name="connsiteX4" fmla="*/ 299318 w 2901082"/>
              <a:gd name="connsiteY4" fmla="*/ 42760 h 1184116"/>
              <a:gd name="connsiteX5" fmla="*/ 404572 w 2901082"/>
              <a:gd name="connsiteY5" fmla="*/ 42760 h 1184116"/>
              <a:gd name="connsiteX6" fmla="*/ 440754 w 2901082"/>
              <a:gd name="connsiteY6" fmla="*/ 39471 h 1184116"/>
              <a:gd name="connsiteX7" fmla="*/ 506538 w 2901082"/>
              <a:gd name="connsiteY7" fmla="*/ 29603 h 1184116"/>
              <a:gd name="connsiteX8" fmla="*/ 605214 w 2901082"/>
              <a:gd name="connsiteY8" fmla="*/ 26314 h 1184116"/>
              <a:gd name="connsiteX9" fmla="*/ 641395 w 2901082"/>
              <a:gd name="connsiteY9" fmla="*/ 19735 h 1184116"/>
              <a:gd name="connsiteX10" fmla="*/ 690734 w 2901082"/>
              <a:gd name="connsiteY10" fmla="*/ 3289 h 1184116"/>
              <a:gd name="connsiteX11" fmla="*/ 766385 w 2901082"/>
              <a:gd name="connsiteY11" fmla="*/ 0 h 1184116"/>
              <a:gd name="connsiteX12" fmla="*/ 812434 w 2901082"/>
              <a:gd name="connsiteY12" fmla="*/ 6579 h 1184116"/>
              <a:gd name="connsiteX13" fmla="*/ 842037 w 2901082"/>
              <a:gd name="connsiteY13" fmla="*/ 9868 h 1184116"/>
              <a:gd name="connsiteX14" fmla="*/ 874929 w 2901082"/>
              <a:gd name="connsiteY14" fmla="*/ 19735 h 1184116"/>
              <a:gd name="connsiteX15" fmla="*/ 894665 w 2901082"/>
              <a:gd name="connsiteY15" fmla="*/ 42760 h 1184116"/>
              <a:gd name="connsiteX16" fmla="*/ 894665 w 2901082"/>
              <a:gd name="connsiteY16" fmla="*/ 72363 h 1184116"/>
              <a:gd name="connsiteX17" fmla="*/ 897954 w 2901082"/>
              <a:gd name="connsiteY17" fmla="*/ 92098 h 1184116"/>
              <a:gd name="connsiteX18" fmla="*/ 953870 w 2901082"/>
              <a:gd name="connsiteY18" fmla="*/ 105255 h 1184116"/>
              <a:gd name="connsiteX19" fmla="*/ 980184 w 2901082"/>
              <a:gd name="connsiteY19" fmla="*/ 128279 h 1184116"/>
              <a:gd name="connsiteX20" fmla="*/ 957159 w 2901082"/>
              <a:gd name="connsiteY20" fmla="*/ 164461 h 1184116"/>
              <a:gd name="connsiteX21" fmla="*/ 957159 w 2901082"/>
              <a:gd name="connsiteY21" fmla="*/ 226956 h 1184116"/>
              <a:gd name="connsiteX22" fmla="*/ 976895 w 2901082"/>
              <a:gd name="connsiteY22" fmla="*/ 253269 h 1184116"/>
              <a:gd name="connsiteX23" fmla="*/ 1036100 w 2901082"/>
              <a:gd name="connsiteY23" fmla="*/ 220377 h 1184116"/>
              <a:gd name="connsiteX24" fmla="*/ 1068993 w 2901082"/>
              <a:gd name="connsiteY24" fmla="*/ 213799 h 1184116"/>
              <a:gd name="connsiteX25" fmla="*/ 1082149 w 2901082"/>
              <a:gd name="connsiteY25" fmla="*/ 210510 h 1184116"/>
              <a:gd name="connsiteX26" fmla="*/ 1095306 w 2901082"/>
              <a:gd name="connsiteY26" fmla="*/ 203931 h 1184116"/>
              <a:gd name="connsiteX27" fmla="*/ 1095306 w 2901082"/>
              <a:gd name="connsiteY27" fmla="*/ 203931 h 1184116"/>
              <a:gd name="connsiteX28" fmla="*/ 1085439 w 2901082"/>
              <a:gd name="connsiteY28" fmla="*/ 157882 h 1184116"/>
              <a:gd name="connsiteX29" fmla="*/ 1085439 w 2901082"/>
              <a:gd name="connsiteY29" fmla="*/ 157882 h 1184116"/>
              <a:gd name="connsiteX30" fmla="*/ 1124909 w 2901082"/>
              <a:gd name="connsiteY30" fmla="*/ 124990 h 1184116"/>
              <a:gd name="connsiteX31" fmla="*/ 1187404 w 2901082"/>
              <a:gd name="connsiteY31" fmla="*/ 144725 h 1184116"/>
              <a:gd name="connsiteX32" fmla="*/ 1230164 w 2901082"/>
              <a:gd name="connsiteY32" fmla="*/ 167750 h 1184116"/>
              <a:gd name="connsiteX33" fmla="*/ 1272923 w 2901082"/>
              <a:gd name="connsiteY33" fmla="*/ 223666 h 1184116"/>
              <a:gd name="connsiteX34" fmla="*/ 1289370 w 2901082"/>
              <a:gd name="connsiteY34" fmla="*/ 253269 h 1184116"/>
              <a:gd name="connsiteX35" fmla="*/ 1322262 w 2901082"/>
              <a:gd name="connsiteY35" fmla="*/ 256559 h 1184116"/>
              <a:gd name="connsiteX36" fmla="*/ 1358443 w 2901082"/>
              <a:gd name="connsiteY36" fmla="*/ 243402 h 1184116"/>
              <a:gd name="connsiteX37" fmla="*/ 1394624 w 2901082"/>
              <a:gd name="connsiteY37" fmla="*/ 243402 h 1184116"/>
              <a:gd name="connsiteX38" fmla="*/ 1394624 w 2901082"/>
              <a:gd name="connsiteY38" fmla="*/ 243402 h 1184116"/>
              <a:gd name="connsiteX39" fmla="*/ 1371600 w 2901082"/>
              <a:gd name="connsiteY39" fmla="*/ 289451 h 1184116"/>
              <a:gd name="connsiteX40" fmla="*/ 1348575 w 2901082"/>
              <a:gd name="connsiteY40" fmla="*/ 342078 h 1184116"/>
              <a:gd name="connsiteX41" fmla="*/ 1348575 w 2901082"/>
              <a:gd name="connsiteY41" fmla="*/ 361813 h 1184116"/>
              <a:gd name="connsiteX42" fmla="*/ 1374889 w 2901082"/>
              <a:gd name="connsiteY42" fmla="*/ 381548 h 1184116"/>
              <a:gd name="connsiteX43" fmla="*/ 1434095 w 2901082"/>
              <a:gd name="connsiteY43" fmla="*/ 414441 h 1184116"/>
              <a:gd name="connsiteX44" fmla="*/ 1552506 w 2901082"/>
              <a:gd name="connsiteY44" fmla="*/ 536141 h 1184116"/>
              <a:gd name="connsiteX45" fmla="*/ 1506457 w 2901082"/>
              <a:gd name="connsiteY45" fmla="*/ 628239 h 1184116"/>
              <a:gd name="connsiteX46" fmla="*/ 1493300 w 2901082"/>
              <a:gd name="connsiteY46" fmla="*/ 667710 h 1184116"/>
              <a:gd name="connsiteX47" fmla="*/ 1506457 w 2901082"/>
              <a:gd name="connsiteY47" fmla="*/ 694023 h 1184116"/>
              <a:gd name="connsiteX48" fmla="*/ 1585398 w 2901082"/>
              <a:gd name="connsiteY48" fmla="*/ 670999 h 1184116"/>
              <a:gd name="connsiteX49" fmla="*/ 1651182 w 2901082"/>
              <a:gd name="connsiteY49" fmla="*/ 664420 h 1184116"/>
              <a:gd name="connsiteX50" fmla="*/ 1707099 w 2901082"/>
              <a:gd name="connsiteY50" fmla="*/ 677577 h 1184116"/>
              <a:gd name="connsiteX51" fmla="*/ 1726834 w 2901082"/>
              <a:gd name="connsiteY51" fmla="*/ 707180 h 1184116"/>
              <a:gd name="connsiteX52" fmla="*/ 1736702 w 2901082"/>
              <a:gd name="connsiteY52" fmla="*/ 776253 h 1184116"/>
              <a:gd name="connsiteX53" fmla="*/ 1759726 w 2901082"/>
              <a:gd name="connsiteY53" fmla="*/ 782832 h 1184116"/>
              <a:gd name="connsiteX54" fmla="*/ 1805775 w 2901082"/>
              <a:gd name="connsiteY54" fmla="*/ 786121 h 1184116"/>
              <a:gd name="connsiteX55" fmla="*/ 1851824 w 2901082"/>
              <a:gd name="connsiteY55" fmla="*/ 759807 h 1184116"/>
              <a:gd name="connsiteX56" fmla="*/ 1901162 w 2901082"/>
              <a:gd name="connsiteY56" fmla="*/ 723626 h 1184116"/>
              <a:gd name="connsiteX57" fmla="*/ 1940633 w 2901082"/>
              <a:gd name="connsiteY57" fmla="*/ 710469 h 1184116"/>
              <a:gd name="connsiteX58" fmla="*/ 1976814 w 2901082"/>
              <a:gd name="connsiteY58" fmla="*/ 736783 h 1184116"/>
              <a:gd name="connsiteX59" fmla="*/ 1993260 w 2901082"/>
              <a:gd name="connsiteY59" fmla="*/ 792700 h 1184116"/>
              <a:gd name="connsiteX60" fmla="*/ 2039309 w 2901082"/>
              <a:gd name="connsiteY60" fmla="*/ 802567 h 1184116"/>
              <a:gd name="connsiteX61" fmla="*/ 2082069 w 2901082"/>
              <a:gd name="connsiteY61" fmla="*/ 792700 h 1184116"/>
              <a:gd name="connsiteX62" fmla="*/ 2114961 w 2901082"/>
              <a:gd name="connsiteY62" fmla="*/ 812435 h 1184116"/>
              <a:gd name="connsiteX63" fmla="*/ 2124829 w 2901082"/>
              <a:gd name="connsiteY63" fmla="*/ 838748 h 1184116"/>
              <a:gd name="connsiteX64" fmla="*/ 2174167 w 2901082"/>
              <a:gd name="connsiteY64" fmla="*/ 894665 h 1184116"/>
              <a:gd name="connsiteX65" fmla="*/ 2193902 w 2901082"/>
              <a:gd name="connsiteY65" fmla="*/ 901243 h 1184116"/>
              <a:gd name="connsiteX66" fmla="*/ 2276132 w 2901082"/>
              <a:gd name="connsiteY66" fmla="*/ 901243 h 1184116"/>
              <a:gd name="connsiteX67" fmla="*/ 2299157 w 2901082"/>
              <a:gd name="connsiteY67" fmla="*/ 881508 h 1184116"/>
              <a:gd name="connsiteX68" fmla="*/ 2332049 w 2901082"/>
              <a:gd name="connsiteY68" fmla="*/ 865062 h 1184116"/>
              <a:gd name="connsiteX69" fmla="*/ 2381387 w 2901082"/>
              <a:gd name="connsiteY69" fmla="*/ 861773 h 1184116"/>
              <a:gd name="connsiteX70" fmla="*/ 2378098 w 2901082"/>
              <a:gd name="connsiteY70" fmla="*/ 973607 h 1184116"/>
              <a:gd name="connsiteX71" fmla="*/ 2332049 w 2901082"/>
              <a:gd name="connsiteY71" fmla="*/ 1062415 h 1184116"/>
              <a:gd name="connsiteX72" fmla="*/ 2457038 w 2901082"/>
              <a:gd name="connsiteY72" fmla="*/ 1121621 h 1184116"/>
              <a:gd name="connsiteX73" fmla="*/ 2512956 w 2901082"/>
              <a:gd name="connsiteY73" fmla="*/ 1184116 h 1184116"/>
              <a:gd name="connsiteX74" fmla="*/ 2628078 w 2901082"/>
              <a:gd name="connsiteY74" fmla="*/ 1144644 h 1184116"/>
              <a:gd name="connsiteX75" fmla="*/ 2707019 w 2901082"/>
              <a:gd name="connsiteY75" fmla="*/ 1072281 h 1184116"/>
              <a:gd name="connsiteX76" fmla="*/ 2730044 w 2901082"/>
              <a:gd name="connsiteY76" fmla="*/ 1003208 h 1184116"/>
              <a:gd name="connsiteX77" fmla="*/ 2812274 w 2901082"/>
              <a:gd name="connsiteY77" fmla="*/ 1095306 h 1184116"/>
              <a:gd name="connsiteX78" fmla="*/ 2901082 w 2901082"/>
              <a:gd name="connsiteY78" fmla="*/ 1147934 h 1184116"/>
              <a:gd name="connsiteX0" fmla="*/ 0 w 2901082"/>
              <a:gd name="connsiteY0" fmla="*/ 23025 h 1184116"/>
              <a:gd name="connsiteX1" fmla="*/ 92098 w 2901082"/>
              <a:gd name="connsiteY1" fmla="*/ 49338 h 1184116"/>
              <a:gd name="connsiteX2" fmla="*/ 134857 w 2901082"/>
              <a:gd name="connsiteY2" fmla="*/ 49338 h 1184116"/>
              <a:gd name="connsiteX3" fmla="*/ 236823 w 2901082"/>
              <a:gd name="connsiteY3" fmla="*/ 52628 h 1184116"/>
              <a:gd name="connsiteX4" fmla="*/ 299318 w 2901082"/>
              <a:gd name="connsiteY4" fmla="*/ 42760 h 1184116"/>
              <a:gd name="connsiteX5" fmla="*/ 404572 w 2901082"/>
              <a:gd name="connsiteY5" fmla="*/ 42760 h 1184116"/>
              <a:gd name="connsiteX6" fmla="*/ 440754 w 2901082"/>
              <a:gd name="connsiteY6" fmla="*/ 39471 h 1184116"/>
              <a:gd name="connsiteX7" fmla="*/ 506538 w 2901082"/>
              <a:gd name="connsiteY7" fmla="*/ 29603 h 1184116"/>
              <a:gd name="connsiteX8" fmla="*/ 605214 w 2901082"/>
              <a:gd name="connsiteY8" fmla="*/ 26314 h 1184116"/>
              <a:gd name="connsiteX9" fmla="*/ 641395 w 2901082"/>
              <a:gd name="connsiteY9" fmla="*/ 19735 h 1184116"/>
              <a:gd name="connsiteX10" fmla="*/ 690734 w 2901082"/>
              <a:gd name="connsiteY10" fmla="*/ 3289 h 1184116"/>
              <a:gd name="connsiteX11" fmla="*/ 766385 w 2901082"/>
              <a:gd name="connsiteY11" fmla="*/ 0 h 1184116"/>
              <a:gd name="connsiteX12" fmla="*/ 812434 w 2901082"/>
              <a:gd name="connsiteY12" fmla="*/ 6579 h 1184116"/>
              <a:gd name="connsiteX13" fmla="*/ 842037 w 2901082"/>
              <a:gd name="connsiteY13" fmla="*/ 9868 h 1184116"/>
              <a:gd name="connsiteX14" fmla="*/ 874929 w 2901082"/>
              <a:gd name="connsiteY14" fmla="*/ 19735 h 1184116"/>
              <a:gd name="connsiteX15" fmla="*/ 894665 w 2901082"/>
              <a:gd name="connsiteY15" fmla="*/ 42760 h 1184116"/>
              <a:gd name="connsiteX16" fmla="*/ 894665 w 2901082"/>
              <a:gd name="connsiteY16" fmla="*/ 72363 h 1184116"/>
              <a:gd name="connsiteX17" fmla="*/ 897954 w 2901082"/>
              <a:gd name="connsiteY17" fmla="*/ 92098 h 1184116"/>
              <a:gd name="connsiteX18" fmla="*/ 953870 w 2901082"/>
              <a:gd name="connsiteY18" fmla="*/ 105255 h 1184116"/>
              <a:gd name="connsiteX19" fmla="*/ 980184 w 2901082"/>
              <a:gd name="connsiteY19" fmla="*/ 128279 h 1184116"/>
              <a:gd name="connsiteX20" fmla="*/ 957159 w 2901082"/>
              <a:gd name="connsiteY20" fmla="*/ 164461 h 1184116"/>
              <a:gd name="connsiteX21" fmla="*/ 957159 w 2901082"/>
              <a:gd name="connsiteY21" fmla="*/ 226956 h 1184116"/>
              <a:gd name="connsiteX22" fmla="*/ 976895 w 2901082"/>
              <a:gd name="connsiteY22" fmla="*/ 253269 h 1184116"/>
              <a:gd name="connsiteX23" fmla="*/ 1036100 w 2901082"/>
              <a:gd name="connsiteY23" fmla="*/ 220377 h 1184116"/>
              <a:gd name="connsiteX24" fmla="*/ 1068993 w 2901082"/>
              <a:gd name="connsiteY24" fmla="*/ 213799 h 1184116"/>
              <a:gd name="connsiteX25" fmla="*/ 1082149 w 2901082"/>
              <a:gd name="connsiteY25" fmla="*/ 210510 h 1184116"/>
              <a:gd name="connsiteX26" fmla="*/ 1095306 w 2901082"/>
              <a:gd name="connsiteY26" fmla="*/ 203931 h 1184116"/>
              <a:gd name="connsiteX27" fmla="*/ 1095306 w 2901082"/>
              <a:gd name="connsiteY27" fmla="*/ 203931 h 1184116"/>
              <a:gd name="connsiteX28" fmla="*/ 1085439 w 2901082"/>
              <a:gd name="connsiteY28" fmla="*/ 157882 h 1184116"/>
              <a:gd name="connsiteX29" fmla="*/ 1085439 w 2901082"/>
              <a:gd name="connsiteY29" fmla="*/ 157882 h 1184116"/>
              <a:gd name="connsiteX30" fmla="*/ 1124909 w 2901082"/>
              <a:gd name="connsiteY30" fmla="*/ 124990 h 1184116"/>
              <a:gd name="connsiteX31" fmla="*/ 1187404 w 2901082"/>
              <a:gd name="connsiteY31" fmla="*/ 144725 h 1184116"/>
              <a:gd name="connsiteX32" fmla="*/ 1230164 w 2901082"/>
              <a:gd name="connsiteY32" fmla="*/ 167750 h 1184116"/>
              <a:gd name="connsiteX33" fmla="*/ 1272923 w 2901082"/>
              <a:gd name="connsiteY33" fmla="*/ 223666 h 1184116"/>
              <a:gd name="connsiteX34" fmla="*/ 1289370 w 2901082"/>
              <a:gd name="connsiteY34" fmla="*/ 253269 h 1184116"/>
              <a:gd name="connsiteX35" fmla="*/ 1322262 w 2901082"/>
              <a:gd name="connsiteY35" fmla="*/ 256559 h 1184116"/>
              <a:gd name="connsiteX36" fmla="*/ 1358443 w 2901082"/>
              <a:gd name="connsiteY36" fmla="*/ 243402 h 1184116"/>
              <a:gd name="connsiteX37" fmla="*/ 1394624 w 2901082"/>
              <a:gd name="connsiteY37" fmla="*/ 243402 h 1184116"/>
              <a:gd name="connsiteX38" fmla="*/ 1394624 w 2901082"/>
              <a:gd name="connsiteY38" fmla="*/ 243402 h 1184116"/>
              <a:gd name="connsiteX39" fmla="*/ 1371600 w 2901082"/>
              <a:gd name="connsiteY39" fmla="*/ 289451 h 1184116"/>
              <a:gd name="connsiteX40" fmla="*/ 1348575 w 2901082"/>
              <a:gd name="connsiteY40" fmla="*/ 342078 h 1184116"/>
              <a:gd name="connsiteX41" fmla="*/ 1348575 w 2901082"/>
              <a:gd name="connsiteY41" fmla="*/ 361813 h 1184116"/>
              <a:gd name="connsiteX42" fmla="*/ 1374889 w 2901082"/>
              <a:gd name="connsiteY42" fmla="*/ 381548 h 1184116"/>
              <a:gd name="connsiteX43" fmla="*/ 1434095 w 2901082"/>
              <a:gd name="connsiteY43" fmla="*/ 414441 h 1184116"/>
              <a:gd name="connsiteX44" fmla="*/ 1552506 w 2901082"/>
              <a:gd name="connsiteY44" fmla="*/ 536141 h 1184116"/>
              <a:gd name="connsiteX45" fmla="*/ 1506457 w 2901082"/>
              <a:gd name="connsiteY45" fmla="*/ 628239 h 1184116"/>
              <a:gd name="connsiteX46" fmla="*/ 1493300 w 2901082"/>
              <a:gd name="connsiteY46" fmla="*/ 667710 h 1184116"/>
              <a:gd name="connsiteX47" fmla="*/ 1506457 w 2901082"/>
              <a:gd name="connsiteY47" fmla="*/ 694023 h 1184116"/>
              <a:gd name="connsiteX48" fmla="*/ 1585398 w 2901082"/>
              <a:gd name="connsiteY48" fmla="*/ 670999 h 1184116"/>
              <a:gd name="connsiteX49" fmla="*/ 1651182 w 2901082"/>
              <a:gd name="connsiteY49" fmla="*/ 664420 h 1184116"/>
              <a:gd name="connsiteX50" fmla="*/ 1707099 w 2901082"/>
              <a:gd name="connsiteY50" fmla="*/ 677577 h 1184116"/>
              <a:gd name="connsiteX51" fmla="*/ 1726834 w 2901082"/>
              <a:gd name="connsiteY51" fmla="*/ 707180 h 1184116"/>
              <a:gd name="connsiteX52" fmla="*/ 1736702 w 2901082"/>
              <a:gd name="connsiteY52" fmla="*/ 776253 h 1184116"/>
              <a:gd name="connsiteX53" fmla="*/ 1759726 w 2901082"/>
              <a:gd name="connsiteY53" fmla="*/ 782832 h 1184116"/>
              <a:gd name="connsiteX54" fmla="*/ 1805775 w 2901082"/>
              <a:gd name="connsiteY54" fmla="*/ 786121 h 1184116"/>
              <a:gd name="connsiteX55" fmla="*/ 1851824 w 2901082"/>
              <a:gd name="connsiteY55" fmla="*/ 759807 h 1184116"/>
              <a:gd name="connsiteX56" fmla="*/ 1901162 w 2901082"/>
              <a:gd name="connsiteY56" fmla="*/ 723626 h 1184116"/>
              <a:gd name="connsiteX57" fmla="*/ 1940633 w 2901082"/>
              <a:gd name="connsiteY57" fmla="*/ 710469 h 1184116"/>
              <a:gd name="connsiteX58" fmla="*/ 1976814 w 2901082"/>
              <a:gd name="connsiteY58" fmla="*/ 736783 h 1184116"/>
              <a:gd name="connsiteX59" fmla="*/ 1993260 w 2901082"/>
              <a:gd name="connsiteY59" fmla="*/ 792700 h 1184116"/>
              <a:gd name="connsiteX60" fmla="*/ 2039309 w 2901082"/>
              <a:gd name="connsiteY60" fmla="*/ 802567 h 1184116"/>
              <a:gd name="connsiteX61" fmla="*/ 2082069 w 2901082"/>
              <a:gd name="connsiteY61" fmla="*/ 792700 h 1184116"/>
              <a:gd name="connsiteX62" fmla="*/ 2114961 w 2901082"/>
              <a:gd name="connsiteY62" fmla="*/ 812435 h 1184116"/>
              <a:gd name="connsiteX63" fmla="*/ 2124829 w 2901082"/>
              <a:gd name="connsiteY63" fmla="*/ 838748 h 1184116"/>
              <a:gd name="connsiteX64" fmla="*/ 2174167 w 2901082"/>
              <a:gd name="connsiteY64" fmla="*/ 894665 h 1184116"/>
              <a:gd name="connsiteX65" fmla="*/ 2193902 w 2901082"/>
              <a:gd name="connsiteY65" fmla="*/ 901243 h 1184116"/>
              <a:gd name="connsiteX66" fmla="*/ 2276132 w 2901082"/>
              <a:gd name="connsiteY66" fmla="*/ 901243 h 1184116"/>
              <a:gd name="connsiteX67" fmla="*/ 2299157 w 2901082"/>
              <a:gd name="connsiteY67" fmla="*/ 881508 h 1184116"/>
              <a:gd name="connsiteX68" fmla="*/ 2332049 w 2901082"/>
              <a:gd name="connsiteY68" fmla="*/ 865062 h 1184116"/>
              <a:gd name="connsiteX69" fmla="*/ 2381387 w 2901082"/>
              <a:gd name="connsiteY69" fmla="*/ 861773 h 1184116"/>
              <a:gd name="connsiteX70" fmla="*/ 2378098 w 2901082"/>
              <a:gd name="connsiteY70" fmla="*/ 973607 h 1184116"/>
              <a:gd name="connsiteX71" fmla="*/ 2332049 w 2901082"/>
              <a:gd name="connsiteY71" fmla="*/ 1062415 h 1184116"/>
              <a:gd name="connsiteX72" fmla="*/ 2457038 w 2901082"/>
              <a:gd name="connsiteY72" fmla="*/ 1121621 h 1184116"/>
              <a:gd name="connsiteX73" fmla="*/ 2512956 w 2901082"/>
              <a:gd name="connsiteY73" fmla="*/ 1184116 h 1184116"/>
              <a:gd name="connsiteX74" fmla="*/ 2628078 w 2901082"/>
              <a:gd name="connsiteY74" fmla="*/ 1144644 h 1184116"/>
              <a:gd name="connsiteX75" fmla="*/ 2707019 w 2901082"/>
              <a:gd name="connsiteY75" fmla="*/ 1072281 h 1184116"/>
              <a:gd name="connsiteX76" fmla="*/ 2730044 w 2901082"/>
              <a:gd name="connsiteY76" fmla="*/ 1003208 h 1184116"/>
              <a:gd name="connsiteX77" fmla="*/ 2812274 w 2901082"/>
              <a:gd name="connsiteY77" fmla="*/ 1095306 h 1184116"/>
              <a:gd name="connsiteX78" fmla="*/ 2901082 w 2901082"/>
              <a:gd name="connsiteY78" fmla="*/ 1147934 h 1184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2901082" h="1184116">
                <a:moveTo>
                  <a:pt x="0" y="23025"/>
                </a:moveTo>
                <a:lnTo>
                  <a:pt x="92098" y="49338"/>
                </a:lnTo>
                <a:cubicBezTo>
                  <a:pt x="126193" y="53127"/>
                  <a:pt x="112068" y="55036"/>
                  <a:pt x="134857" y="49338"/>
                </a:cubicBezTo>
                <a:lnTo>
                  <a:pt x="236823" y="52628"/>
                </a:lnTo>
                <a:lnTo>
                  <a:pt x="299318" y="42760"/>
                </a:lnTo>
                <a:lnTo>
                  <a:pt x="404572" y="42760"/>
                </a:lnTo>
                <a:lnTo>
                  <a:pt x="440754" y="39471"/>
                </a:lnTo>
                <a:lnTo>
                  <a:pt x="506538" y="29603"/>
                </a:lnTo>
                <a:lnTo>
                  <a:pt x="605214" y="26314"/>
                </a:lnTo>
                <a:cubicBezTo>
                  <a:pt x="637254" y="22754"/>
                  <a:pt x="625937" y="27466"/>
                  <a:pt x="641395" y="19735"/>
                </a:cubicBezTo>
                <a:lnTo>
                  <a:pt x="690734" y="3289"/>
                </a:lnTo>
                <a:lnTo>
                  <a:pt x="766385" y="0"/>
                </a:lnTo>
                <a:lnTo>
                  <a:pt x="812434" y="6579"/>
                </a:lnTo>
                <a:lnTo>
                  <a:pt x="842037" y="9868"/>
                </a:lnTo>
                <a:lnTo>
                  <a:pt x="874929" y="19735"/>
                </a:lnTo>
                <a:lnTo>
                  <a:pt x="894665" y="42760"/>
                </a:lnTo>
                <a:lnTo>
                  <a:pt x="894665" y="72363"/>
                </a:lnTo>
                <a:lnTo>
                  <a:pt x="897954" y="92098"/>
                </a:lnTo>
                <a:lnTo>
                  <a:pt x="953870" y="105255"/>
                </a:lnTo>
                <a:lnTo>
                  <a:pt x="980184" y="128279"/>
                </a:lnTo>
                <a:lnTo>
                  <a:pt x="957159" y="164461"/>
                </a:lnTo>
                <a:lnTo>
                  <a:pt x="957159" y="226956"/>
                </a:lnTo>
                <a:lnTo>
                  <a:pt x="976895" y="253269"/>
                </a:lnTo>
                <a:lnTo>
                  <a:pt x="1036100" y="220377"/>
                </a:lnTo>
                <a:lnTo>
                  <a:pt x="1068993" y="213799"/>
                </a:lnTo>
                <a:cubicBezTo>
                  <a:pt x="1073413" y="212852"/>
                  <a:pt x="1082149" y="210510"/>
                  <a:pt x="1082149" y="210510"/>
                </a:cubicBezTo>
                <a:lnTo>
                  <a:pt x="1095306" y="203931"/>
                </a:lnTo>
                <a:lnTo>
                  <a:pt x="1095306" y="203931"/>
                </a:lnTo>
                <a:lnTo>
                  <a:pt x="1085439" y="157882"/>
                </a:lnTo>
                <a:lnTo>
                  <a:pt x="1085439" y="157882"/>
                </a:lnTo>
                <a:lnTo>
                  <a:pt x="1124909" y="124990"/>
                </a:lnTo>
                <a:lnTo>
                  <a:pt x="1187404" y="144725"/>
                </a:lnTo>
                <a:lnTo>
                  <a:pt x="1230164" y="167750"/>
                </a:lnTo>
                <a:lnTo>
                  <a:pt x="1272923" y="223666"/>
                </a:lnTo>
                <a:lnTo>
                  <a:pt x="1289370" y="253269"/>
                </a:lnTo>
                <a:lnTo>
                  <a:pt x="1322262" y="256559"/>
                </a:lnTo>
                <a:lnTo>
                  <a:pt x="1358443" y="243402"/>
                </a:lnTo>
                <a:lnTo>
                  <a:pt x="1394624" y="243402"/>
                </a:lnTo>
                <a:lnTo>
                  <a:pt x="1394624" y="243402"/>
                </a:lnTo>
                <a:lnTo>
                  <a:pt x="1371600" y="289451"/>
                </a:lnTo>
                <a:lnTo>
                  <a:pt x="1348575" y="342078"/>
                </a:lnTo>
                <a:lnTo>
                  <a:pt x="1348575" y="361813"/>
                </a:lnTo>
                <a:lnTo>
                  <a:pt x="1374889" y="381548"/>
                </a:lnTo>
                <a:lnTo>
                  <a:pt x="1434095" y="414441"/>
                </a:lnTo>
                <a:lnTo>
                  <a:pt x="1552506" y="536141"/>
                </a:lnTo>
                <a:lnTo>
                  <a:pt x="1506457" y="628239"/>
                </a:lnTo>
                <a:lnTo>
                  <a:pt x="1493300" y="667710"/>
                </a:lnTo>
                <a:lnTo>
                  <a:pt x="1506457" y="694023"/>
                </a:lnTo>
                <a:lnTo>
                  <a:pt x="1585398" y="670999"/>
                </a:lnTo>
                <a:lnTo>
                  <a:pt x="1651182" y="664420"/>
                </a:lnTo>
                <a:lnTo>
                  <a:pt x="1707099" y="677577"/>
                </a:lnTo>
                <a:lnTo>
                  <a:pt x="1726834" y="707180"/>
                </a:lnTo>
                <a:lnTo>
                  <a:pt x="1736702" y="776253"/>
                </a:lnTo>
                <a:lnTo>
                  <a:pt x="1759726" y="782832"/>
                </a:lnTo>
                <a:lnTo>
                  <a:pt x="1805775" y="786121"/>
                </a:lnTo>
                <a:lnTo>
                  <a:pt x="1851824" y="759807"/>
                </a:lnTo>
                <a:lnTo>
                  <a:pt x="1901162" y="723626"/>
                </a:lnTo>
                <a:lnTo>
                  <a:pt x="1940633" y="710469"/>
                </a:lnTo>
                <a:lnTo>
                  <a:pt x="1976814" y="736783"/>
                </a:lnTo>
                <a:lnTo>
                  <a:pt x="1993260" y="792700"/>
                </a:lnTo>
                <a:lnTo>
                  <a:pt x="2039309" y="802567"/>
                </a:lnTo>
                <a:lnTo>
                  <a:pt x="2082069" y="792700"/>
                </a:lnTo>
                <a:lnTo>
                  <a:pt x="2114961" y="812435"/>
                </a:lnTo>
                <a:lnTo>
                  <a:pt x="2124829" y="838748"/>
                </a:lnTo>
                <a:lnTo>
                  <a:pt x="2174167" y="894665"/>
                </a:lnTo>
                <a:lnTo>
                  <a:pt x="2193902" y="901243"/>
                </a:lnTo>
                <a:lnTo>
                  <a:pt x="2276132" y="901243"/>
                </a:lnTo>
                <a:lnTo>
                  <a:pt x="2299157" y="881508"/>
                </a:lnTo>
                <a:lnTo>
                  <a:pt x="2332049" y="865062"/>
                </a:lnTo>
                <a:cubicBezTo>
                  <a:pt x="2374797" y="861500"/>
                  <a:pt x="2358317" y="861773"/>
                  <a:pt x="2381387" y="861773"/>
                </a:cubicBezTo>
                <a:cubicBezTo>
                  <a:pt x="2380291" y="899051"/>
                  <a:pt x="2379194" y="936329"/>
                  <a:pt x="2378098" y="973607"/>
                </a:cubicBezTo>
                <a:cubicBezTo>
                  <a:pt x="2382483" y="979089"/>
                  <a:pt x="2327664" y="1056933"/>
                  <a:pt x="2332049" y="1062415"/>
                </a:cubicBezTo>
                <a:cubicBezTo>
                  <a:pt x="2381334" y="1066895"/>
                  <a:pt x="2405458" y="1121621"/>
                  <a:pt x="2457038" y="1121621"/>
                </a:cubicBezTo>
                <a:lnTo>
                  <a:pt x="2512956" y="1184116"/>
                </a:lnTo>
                <a:lnTo>
                  <a:pt x="2628078" y="1144644"/>
                </a:lnTo>
                <a:cubicBezTo>
                  <a:pt x="2657681" y="1136969"/>
                  <a:pt x="2683994" y="1116138"/>
                  <a:pt x="2707019" y="1072281"/>
                </a:cubicBezTo>
                <a:cubicBezTo>
                  <a:pt x="2724561" y="1045967"/>
                  <a:pt x="2712502" y="999919"/>
                  <a:pt x="2730044" y="1003208"/>
                </a:cubicBezTo>
                <a:cubicBezTo>
                  <a:pt x="2827623" y="992244"/>
                  <a:pt x="2793635" y="1063510"/>
                  <a:pt x="2812274" y="1095306"/>
                </a:cubicBezTo>
                <a:lnTo>
                  <a:pt x="2901082" y="1147934"/>
                </a:ln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4A9C60-55FF-47CA-AE8E-9C4A69810591}"/>
              </a:ext>
            </a:extLst>
          </p:cNvPr>
          <p:cNvSpPr/>
          <p:nvPr/>
        </p:nvSpPr>
        <p:spPr>
          <a:xfrm>
            <a:off x="3858242" y="3276052"/>
            <a:ext cx="2121539" cy="1720256"/>
          </a:xfrm>
          <a:custGeom>
            <a:avLst/>
            <a:gdLst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894584 w 2121539"/>
              <a:gd name="connsiteY81" fmla="*/ 302607 h 1720256"/>
              <a:gd name="connsiteX82" fmla="*/ 1947211 w 2121539"/>
              <a:gd name="connsiteY82" fmla="*/ 273004 h 1720256"/>
              <a:gd name="connsiteX83" fmla="*/ 1960368 w 2121539"/>
              <a:gd name="connsiteY83" fmla="*/ 256558 h 1720256"/>
              <a:gd name="connsiteX84" fmla="*/ 1980103 w 2121539"/>
              <a:gd name="connsiteY84" fmla="*/ 226955 h 1720256"/>
              <a:gd name="connsiteX85" fmla="*/ 1980103 w 2121539"/>
              <a:gd name="connsiteY85" fmla="*/ 167749 h 1720256"/>
              <a:gd name="connsiteX86" fmla="*/ 1884716 w 2121539"/>
              <a:gd name="connsiteY86" fmla="*/ 144725 h 1720256"/>
              <a:gd name="connsiteX87" fmla="*/ 1864981 w 2121539"/>
              <a:gd name="connsiteY87" fmla="*/ 111833 h 1720256"/>
              <a:gd name="connsiteX88" fmla="*/ 1950500 w 2121539"/>
              <a:gd name="connsiteY88" fmla="*/ 111833 h 1720256"/>
              <a:gd name="connsiteX89" fmla="*/ 1976814 w 2121539"/>
              <a:gd name="connsiteY89" fmla="*/ 154593 h 1720256"/>
              <a:gd name="connsiteX90" fmla="*/ 2006417 w 2121539"/>
              <a:gd name="connsiteY90" fmla="*/ 164460 h 1720256"/>
              <a:gd name="connsiteX91" fmla="*/ 2026152 w 2121539"/>
              <a:gd name="connsiteY91" fmla="*/ 164460 h 1720256"/>
              <a:gd name="connsiteX92" fmla="*/ 2039309 w 2121539"/>
              <a:gd name="connsiteY92" fmla="*/ 115122 h 1720256"/>
              <a:gd name="connsiteX93" fmla="*/ 1966946 w 2121539"/>
              <a:gd name="connsiteY93" fmla="*/ 42760 h 1720256"/>
              <a:gd name="connsiteX94" fmla="*/ 1973525 w 2121539"/>
              <a:gd name="connsiteY94" fmla="*/ 16446 h 1720256"/>
              <a:gd name="connsiteX95" fmla="*/ 2006417 w 2121539"/>
              <a:gd name="connsiteY95" fmla="*/ 3289 h 1720256"/>
              <a:gd name="connsiteX96" fmla="*/ 2036020 w 2121539"/>
              <a:gd name="connsiteY96" fmla="*/ 0 h 1720256"/>
              <a:gd name="connsiteX97" fmla="*/ 2052466 w 2121539"/>
              <a:gd name="connsiteY97" fmla="*/ 23024 h 1720256"/>
              <a:gd name="connsiteX98" fmla="*/ 2121539 w 2121539"/>
              <a:gd name="connsiteY98" fmla="*/ 16446 h 1720256"/>
              <a:gd name="connsiteX99" fmla="*/ 2121539 w 2121539"/>
              <a:gd name="connsiteY99" fmla="*/ 16446 h 1720256"/>
              <a:gd name="connsiteX100" fmla="*/ 2121539 w 2121539"/>
              <a:gd name="connsiteY100" fmla="*/ 16446 h 1720256"/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894584 w 2121539"/>
              <a:gd name="connsiteY81" fmla="*/ 302607 h 1720256"/>
              <a:gd name="connsiteX82" fmla="*/ 1947211 w 2121539"/>
              <a:gd name="connsiteY82" fmla="*/ 273004 h 1720256"/>
              <a:gd name="connsiteX83" fmla="*/ 1960368 w 2121539"/>
              <a:gd name="connsiteY83" fmla="*/ 256558 h 1720256"/>
              <a:gd name="connsiteX84" fmla="*/ 1980103 w 2121539"/>
              <a:gd name="connsiteY84" fmla="*/ 226955 h 1720256"/>
              <a:gd name="connsiteX85" fmla="*/ 1980103 w 2121539"/>
              <a:gd name="connsiteY85" fmla="*/ 167749 h 1720256"/>
              <a:gd name="connsiteX86" fmla="*/ 1884716 w 2121539"/>
              <a:gd name="connsiteY86" fmla="*/ 167750 h 1720256"/>
              <a:gd name="connsiteX87" fmla="*/ 1864981 w 2121539"/>
              <a:gd name="connsiteY87" fmla="*/ 111833 h 1720256"/>
              <a:gd name="connsiteX88" fmla="*/ 1950500 w 2121539"/>
              <a:gd name="connsiteY88" fmla="*/ 111833 h 1720256"/>
              <a:gd name="connsiteX89" fmla="*/ 1976814 w 2121539"/>
              <a:gd name="connsiteY89" fmla="*/ 154593 h 1720256"/>
              <a:gd name="connsiteX90" fmla="*/ 2006417 w 2121539"/>
              <a:gd name="connsiteY90" fmla="*/ 164460 h 1720256"/>
              <a:gd name="connsiteX91" fmla="*/ 2026152 w 2121539"/>
              <a:gd name="connsiteY91" fmla="*/ 164460 h 1720256"/>
              <a:gd name="connsiteX92" fmla="*/ 2039309 w 2121539"/>
              <a:gd name="connsiteY92" fmla="*/ 115122 h 1720256"/>
              <a:gd name="connsiteX93" fmla="*/ 1966946 w 2121539"/>
              <a:gd name="connsiteY93" fmla="*/ 42760 h 1720256"/>
              <a:gd name="connsiteX94" fmla="*/ 1973525 w 2121539"/>
              <a:gd name="connsiteY94" fmla="*/ 16446 h 1720256"/>
              <a:gd name="connsiteX95" fmla="*/ 2006417 w 2121539"/>
              <a:gd name="connsiteY95" fmla="*/ 3289 h 1720256"/>
              <a:gd name="connsiteX96" fmla="*/ 2036020 w 2121539"/>
              <a:gd name="connsiteY96" fmla="*/ 0 h 1720256"/>
              <a:gd name="connsiteX97" fmla="*/ 2052466 w 2121539"/>
              <a:gd name="connsiteY97" fmla="*/ 23024 h 1720256"/>
              <a:gd name="connsiteX98" fmla="*/ 2121539 w 2121539"/>
              <a:gd name="connsiteY98" fmla="*/ 16446 h 1720256"/>
              <a:gd name="connsiteX99" fmla="*/ 2121539 w 2121539"/>
              <a:gd name="connsiteY99" fmla="*/ 16446 h 1720256"/>
              <a:gd name="connsiteX100" fmla="*/ 2121539 w 2121539"/>
              <a:gd name="connsiteY100" fmla="*/ 16446 h 1720256"/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894584 w 2121539"/>
              <a:gd name="connsiteY81" fmla="*/ 302607 h 1720256"/>
              <a:gd name="connsiteX82" fmla="*/ 1947211 w 2121539"/>
              <a:gd name="connsiteY82" fmla="*/ 273004 h 1720256"/>
              <a:gd name="connsiteX83" fmla="*/ 1960368 w 2121539"/>
              <a:gd name="connsiteY83" fmla="*/ 256558 h 1720256"/>
              <a:gd name="connsiteX84" fmla="*/ 1980103 w 2121539"/>
              <a:gd name="connsiteY84" fmla="*/ 226955 h 1720256"/>
              <a:gd name="connsiteX85" fmla="*/ 1980103 w 2121539"/>
              <a:gd name="connsiteY85" fmla="*/ 167749 h 1720256"/>
              <a:gd name="connsiteX86" fmla="*/ 1884716 w 2121539"/>
              <a:gd name="connsiteY86" fmla="*/ 167750 h 1720256"/>
              <a:gd name="connsiteX87" fmla="*/ 1864981 w 2121539"/>
              <a:gd name="connsiteY87" fmla="*/ 111833 h 1720256"/>
              <a:gd name="connsiteX88" fmla="*/ 1950500 w 2121539"/>
              <a:gd name="connsiteY88" fmla="*/ 111833 h 1720256"/>
              <a:gd name="connsiteX89" fmla="*/ 1976814 w 2121539"/>
              <a:gd name="connsiteY89" fmla="*/ 154593 h 1720256"/>
              <a:gd name="connsiteX90" fmla="*/ 2012995 w 2121539"/>
              <a:gd name="connsiteY90" fmla="*/ 128279 h 1720256"/>
              <a:gd name="connsiteX91" fmla="*/ 2026152 w 2121539"/>
              <a:gd name="connsiteY91" fmla="*/ 164460 h 1720256"/>
              <a:gd name="connsiteX92" fmla="*/ 2039309 w 2121539"/>
              <a:gd name="connsiteY92" fmla="*/ 115122 h 1720256"/>
              <a:gd name="connsiteX93" fmla="*/ 1966946 w 2121539"/>
              <a:gd name="connsiteY93" fmla="*/ 42760 h 1720256"/>
              <a:gd name="connsiteX94" fmla="*/ 1973525 w 2121539"/>
              <a:gd name="connsiteY94" fmla="*/ 16446 h 1720256"/>
              <a:gd name="connsiteX95" fmla="*/ 2006417 w 2121539"/>
              <a:gd name="connsiteY95" fmla="*/ 3289 h 1720256"/>
              <a:gd name="connsiteX96" fmla="*/ 2036020 w 2121539"/>
              <a:gd name="connsiteY96" fmla="*/ 0 h 1720256"/>
              <a:gd name="connsiteX97" fmla="*/ 2052466 w 2121539"/>
              <a:gd name="connsiteY97" fmla="*/ 23024 h 1720256"/>
              <a:gd name="connsiteX98" fmla="*/ 2121539 w 2121539"/>
              <a:gd name="connsiteY98" fmla="*/ 16446 h 1720256"/>
              <a:gd name="connsiteX99" fmla="*/ 2121539 w 2121539"/>
              <a:gd name="connsiteY99" fmla="*/ 16446 h 1720256"/>
              <a:gd name="connsiteX100" fmla="*/ 2121539 w 2121539"/>
              <a:gd name="connsiteY100" fmla="*/ 16446 h 1720256"/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894584 w 2121539"/>
              <a:gd name="connsiteY81" fmla="*/ 302607 h 1720256"/>
              <a:gd name="connsiteX82" fmla="*/ 1947211 w 2121539"/>
              <a:gd name="connsiteY82" fmla="*/ 273004 h 1720256"/>
              <a:gd name="connsiteX83" fmla="*/ 1960368 w 2121539"/>
              <a:gd name="connsiteY83" fmla="*/ 256558 h 1720256"/>
              <a:gd name="connsiteX84" fmla="*/ 1980103 w 2121539"/>
              <a:gd name="connsiteY84" fmla="*/ 226955 h 1720256"/>
              <a:gd name="connsiteX85" fmla="*/ 1980103 w 2121539"/>
              <a:gd name="connsiteY85" fmla="*/ 167749 h 1720256"/>
              <a:gd name="connsiteX86" fmla="*/ 1884716 w 2121539"/>
              <a:gd name="connsiteY86" fmla="*/ 167750 h 1720256"/>
              <a:gd name="connsiteX87" fmla="*/ 1864981 w 2121539"/>
              <a:gd name="connsiteY87" fmla="*/ 111833 h 1720256"/>
              <a:gd name="connsiteX88" fmla="*/ 1950500 w 2121539"/>
              <a:gd name="connsiteY88" fmla="*/ 111833 h 1720256"/>
              <a:gd name="connsiteX89" fmla="*/ 1986682 w 2121539"/>
              <a:gd name="connsiteY89" fmla="*/ 111833 h 1720256"/>
              <a:gd name="connsiteX90" fmla="*/ 2012995 w 2121539"/>
              <a:gd name="connsiteY90" fmla="*/ 128279 h 1720256"/>
              <a:gd name="connsiteX91" fmla="*/ 2026152 w 2121539"/>
              <a:gd name="connsiteY91" fmla="*/ 164460 h 1720256"/>
              <a:gd name="connsiteX92" fmla="*/ 2039309 w 2121539"/>
              <a:gd name="connsiteY92" fmla="*/ 115122 h 1720256"/>
              <a:gd name="connsiteX93" fmla="*/ 1966946 w 2121539"/>
              <a:gd name="connsiteY93" fmla="*/ 42760 h 1720256"/>
              <a:gd name="connsiteX94" fmla="*/ 1973525 w 2121539"/>
              <a:gd name="connsiteY94" fmla="*/ 16446 h 1720256"/>
              <a:gd name="connsiteX95" fmla="*/ 2006417 w 2121539"/>
              <a:gd name="connsiteY95" fmla="*/ 3289 h 1720256"/>
              <a:gd name="connsiteX96" fmla="*/ 2036020 w 2121539"/>
              <a:gd name="connsiteY96" fmla="*/ 0 h 1720256"/>
              <a:gd name="connsiteX97" fmla="*/ 2052466 w 2121539"/>
              <a:gd name="connsiteY97" fmla="*/ 23024 h 1720256"/>
              <a:gd name="connsiteX98" fmla="*/ 2121539 w 2121539"/>
              <a:gd name="connsiteY98" fmla="*/ 16446 h 1720256"/>
              <a:gd name="connsiteX99" fmla="*/ 2121539 w 2121539"/>
              <a:gd name="connsiteY99" fmla="*/ 16446 h 1720256"/>
              <a:gd name="connsiteX100" fmla="*/ 2121539 w 2121539"/>
              <a:gd name="connsiteY100" fmla="*/ 16446 h 1720256"/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894584 w 2121539"/>
              <a:gd name="connsiteY81" fmla="*/ 302607 h 1720256"/>
              <a:gd name="connsiteX82" fmla="*/ 1947211 w 2121539"/>
              <a:gd name="connsiteY82" fmla="*/ 273004 h 1720256"/>
              <a:gd name="connsiteX83" fmla="*/ 1960368 w 2121539"/>
              <a:gd name="connsiteY83" fmla="*/ 256558 h 1720256"/>
              <a:gd name="connsiteX84" fmla="*/ 1980103 w 2121539"/>
              <a:gd name="connsiteY84" fmla="*/ 226955 h 1720256"/>
              <a:gd name="connsiteX85" fmla="*/ 1963657 w 2121539"/>
              <a:gd name="connsiteY85" fmla="*/ 180906 h 1720256"/>
              <a:gd name="connsiteX86" fmla="*/ 1884716 w 2121539"/>
              <a:gd name="connsiteY86" fmla="*/ 167750 h 1720256"/>
              <a:gd name="connsiteX87" fmla="*/ 1864981 w 2121539"/>
              <a:gd name="connsiteY87" fmla="*/ 111833 h 1720256"/>
              <a:gd name="connsiteX88" fmla="*/ 1950500 w 2121539"/>
              <a:gd name="connsiteY88" fmla="*/ 111833 h 1720256"/>
              <a:gd name="connsiteX89" fmla="*/ 1986682 w 2121539"/>
              <a:gd name="connsiteY89" fmla="*/ 111833 h 1720256"/>
              <a:gd name="connsiteX90" fmla="*/ 2012995 w 2121539"/>
              <a:gd name="connsiteY90" fmla="*/ 128279 h 1720256"/>
              <a:gd name="connsiteX91" fmla="*/ 2026152 w 2121539"/>
              <a:gd name="connsiteY91" fmla="*/ 164460 h 1720256"/>
              <a:gd name="connsiteX92" fmla="*/ 2039309 w 2121539"/>
              <a:gd name="connsiteY92" fmla="*/ 115122 h 1720256"/>
              <a:gd name="connsiteX93" fmla="*/ 1966946 w 2121539"/>
              <a:gd name="connsiteY93" fmla="*/ 42760 h 1720256"/>
              <a:gd name="connsiteX94" fmla="*/ 1973525 w 2121539"/>
              <a:gd name="connsiteY94" fmla="*/ 16446 h 1720256"/>
              <a:gd name="connsiteX95" fmla="*/ 2006417 w 2121539"/>
              <a:gd name="connsiteY95" fmla="*/ 3289 h 1720256"/>
              <a:gd name="connsiteX96" fmla="*/ 2036020 w 2121539"/>
              <a:gd name="connsiteY96" fmla="*/ 0 h 1720256"/>
              <a:gd name="connsiteX97" fmla="*/ 2052466 w 2121539"/>
              <a:gd name="connsiteY97" fmla="*/ 23024 h 1720256"/>
              <a:gd name="connsiteX98" fmla="*/ 2121539 w 2121539"/>
              <a:gd name="connsiteY98" fmla="*/ 16446 h 1720256"/>
              <a:gd name="connsiteX99" fmla="*/ 2121539 w 2121539"/>
              <a:gd name="connsiteY99" fmla="*/ 16446 h 1720256"/>
              <a:gd name="connsiteX100" fmla="*/ 2121539 w 2121539"/>
              <a:gd name="connsiteY100" fmla="*/ 16446 h 1720256"/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947211 w 2121539"/>
              <a:gd name="connsiteY81" fmla="*/ 273004 h 1720256"/>
              <a:gd name="connsiteX82" fmla="*/ 1960368 w 2121539"/>
              <a:gd name="connsiteY82" fmla="*/ 256558 h 1720256"/>
              <a:gd name="connsiteX83" fmla="*/ 1980103 w 2121539"/>
              <a:gd name="connsiteY83" fmla="*/ 226955 h 1720256"/>
              <a:gd name="connsiteX84" fmla="*/ 1963657 w 2121539"/>
              <a:gd name="connsiteY84" fmla="*/ 180906 h 1720256"/>
              <a:gd name="connsiteX85" fmla="*/ 1884716 w 2121539"/>
              <a:gd name="connsiteY85" fmla="*/ 167750 h 1720256"/>
              <a:gd name="connsiteX86" fmla="*/ 1864981 w 2121539"/>
              <a:gd name="connsiteY86" fmla="*/ 111833 h 1720256"/>
              <a:gd name="connsiteX87" fmla="*/ 1950500 w 2121539"/>
              <a:gd name="connsiteY87" fmla="*/ 111833 h 1720256"/>
              <a:gd name="connsiteX88" fmla="*/ 1986682 w 2121539"/>
              <a:gd name="connsiteY88" fmla="*/ 111833 h 1720256"/>
              <a:gd name="connsiteX89" fmla="*/ 2012995 w 2121539"/>
              <a:gd name="connsiteY89" fmla="*/ 128279 h 1720256"/>
              <a:gd name="connsiteX90" fmla="*/ 2026152 w 2121539"/>
              <a:gd name="connsiteY90" fmla="*/ 164460 h 1720256"/>
              <a:gd name="connsiteX91" fmla="*/ 2039309 w 2121539"/>
              <a:gd name="connsiteY91" fmla="*/ 115122 h 1720256"/>
              <a:gd name="connsiteX92" fmla="*/ 1966946 w 2121539"/>
              <a:gd name="connsiteY92" fmla="*/ 42760 h 1720256"/>
              <a:gd name="connsiteX93" fmla="*/ 1973525 w 2121539"/>
              <a:gd name="connsiteY93" fmla="*/ 16446 h 1720256"/>
              <a:gd name="connsiteX94" fmla="*/ 2006417 w 2121539"/>
              <a:gd name="connsiteY94" fmla="*/ 3289 h 1720256"/>
              <a:gd name="connsiteX95" fmla="*/ 2036020 w 2121539"/>
              <a:gd name="connsiteY95" fmla="*/ 0 h 1720256"/>
              <a:gd name="connsiteX96" fmla="*/ 2052466 w 2121539"/>
              <a:gd name="connsiteY96" fmla="*/ 23024 h 1720256"/>
              <a:gd name="connsiteX97" fmla="*/ 2121539 w 2121539"/>
              <a:gd name="connsiteY97" fmla="*/ 16446 h 1720256"/>
              <a:gd name="connsiteX98" fmla="*/ 2121539 w 2121539"/>
              <a:gd name="connsiteY98" fmla="*/ 16446 h 1720256"/>
              <a:gd name="connsiteX99" fmla="*/ 2121539 w 2121539"/>
              <a:gd name="connsiteY99" fmla="*/ 16446 h 1720256"/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947211 w 2121539"/>
              <a:gd name="connsiteY81" fmla="*/ 273004 h 1720256"/>
              <a:gd name="connsiteX82" fmla="*/ 1960368 w 2121539"/>
              <a:gd name="connsiteY82" fmla="*/ 256558 h 1720256"/>
              <a:gd name="connsiteX83" fmla="*/ 1980103 w 2121539"/>
              <a:gd name="connsiteY83" fmla="*/ 226955 h 1720256"/>
              <a:gd name="connsiteX84" fmla="*/ 1963657 w 2121539"/>
              <a:gd name="connsiteY84" fmla="*/ 180906 h 1720256"/>
              <a:gd name="connsiteX85" fmla="*/ 1884716 w 2121539"/>
              <a:gd name="connsiteY85" fmla="*/ 167750 h 1720256"/>
              <a:gd name="connsiteX86" fmla="*/ 1864981 w 2121539"/>
              <a:gd name="connsiteY86" fmla="*/ 111833 h 1720256"/>
              <a:gd name="connsiteX87" fmla="*/ 1950500 w 2121539"/>
              <a:gd name="connsiteY87" fmla="*/ 111833 h 1720256"/>
              <a:gd name="connsiteX88" fmla="*/ 1986682 w 2121539"/>
              <a:gd name="connsiteY88" fmla="*/ 111833 h 1720256"/>
              <a:gd name="connsiteX89" fmla="*/ 2012995 w 2121539"/>
              <a:gd name="connsiteY89" fmla="*/ 128279 h 1720256"/>
              <a:gd name="connsiteX90" fmla="*/ 2026152 w 2121539"/>
              <a:gd name="connsiteY90" fmla="*/ 164460 h 1720256"/>
              <a:gd name="connsiteX91" fmla="*/ 2039309 w 2121539"/>
              <a:gd name="connsiteY91" fmla="*/ 115122 h 1720256"/>
              <a:gd name="connsiteX92" fmla="*/ 1966946 w 2121539"/>
              <a:gd name="connsiteY92" fmla="*/ 42760 h 1720256"/>
              <a:gd name="connsiteX93" fmla="*/ 1973525 w 2121539"/>
              <a:gd name="connsiteY93" fmla="*/ 16446 h 1720256"/>
              <a:gd name="connsiteX94" fmla="*/ 2006417 w 2121539"/>
              <a:gd name="connsiteY94" fmla="*/ 3289 h 1720256"/>
              <a:gd name="connsiteX95" fmla="*/ 2036020 w 2121539"/>
              <a:gd name="connsiteY95" fmla="*/ 0 h 1720256"/>
              <a:gd name="connsiteX96" fmla="*/ 2052466 w 2121539"/>
              <a:gd name="connsiteY96" fmla="*/ 23024 h 1720256"/>
              <a:gd name="connsiteX97" fmla="*/ 2121539 w 2121539"/>
              <a:gd name="connsiteY97" fmla="*/ 16446 h 1720256"/>
              <a:gd name="connsiteX98" fmla="*/ 2121539 w 2121539"/>
              <a:gd name="connsiteY98" fmla="*/ 16446 h 1720256"/>
              <a:gd name="connsiteX99" fmla="*/ 2121539 w 2121539"/>
              <a:gd name="connsiteY99" fmla="*/ 16446 h 1720256"/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947211 w 2121539"/>
              <a:gd name="connsiteY81" fmla="*/ 273004 h 1720256"/>
              <a:gd name="connsiteX82" fmla="*/ 1960368 w 2121539"/>
              <a:gd name="connsiteY82" fmla="*/ 256558 h 1720256"/>
              <a:gd name="connsiteX83" fmla="*/ 1980103 w 2121539"/>
              <a:gd name="connsiteY83" fmla="*/ 226955 h 1720256"/>
              <a:gd name="connsiteX84" fmla="*/ 1963657 w 2121539"/>
              <a:gd name="connsiteY84" fmla="*/ 180906 h 1720256"/>
              <a:gd name="connsiteX85" fmla="*/ 1884716 w 2121539"/>
              <a:gd name="connsiteY85" fmla="*/ 167750 h 1720256"/>
              <a:gd name="connsiteX86" fmla="*/ 1864981 w 2121539"/>
              <a:gd name="connsiteY86" fmla="*/ 111833 h 1720256"/>
              <a:gd name="connsiteX87" fmla="*/ 1950500 w 2121539"/>
              <a:gd name="connsiteY87" fmla="*/ 111833 h 1720256"/>
              <a:gd name="connsiteX88" fmla="*/ 1986682 w 2121539"/>
              <a:gd name="connsiteY88" fmla="*/ 111833 h 1720256"/>
              <a:gd name="connsiteX89" fmla="*/ 2012995 w 2121539"/>
              <a:gd name="connsiteY89" fmla="*/ 128279 h 1720256"/>
              <a:gd name="connsiteX90" fmla="*/ 2039309 w 2121539"/>
              <a:gd name="connsiteY90" fmla="*/ 115122 h 1720256"/>
              <a:gd name="connsiteX91" fmla="*/ 1966946 w 2121539"/>
              <a:gd name="connsiteY91" fmla="*/ 42760 h 1720256"/>
              <a:gd name="connsiteX92" fmla="*/ 1973525 w 2121539"/>
              <a:gd name="connsiteY92" fmla="*/ 16446 h 1720256"/>
              <a:gd name="connsiteX93" fmla="*/ 2006417 w 2121539"/>
              <a:gd name="connsiteY93" fmla="*/ 3289 h 1720256"/>
              <a:gd name="connsiteX94" fmla="*/ 2036020 w 2121539"/>
              <a:gd name="connsiteY94" fmla="*/ 0 h 1720256"/>
              <a:gd name="connsiteX95" fmla="*/ 2052466 w 2121539"/>
              <a:gd name="connsiteY95" fmla="*/ 23024 h 1720256"/>
              <a:gd name="connsiteX96" fmla="*/ 2121539 w 2121539"/>
              <a:gd name="connsiteY96" fmla="*/ 16446 h 1720256"/>
              <a:gd name="connsiteX97" fmla="*/ 2121539 w 2121539"/>
              <a:gd name="connsiteY97" fmla="*/ 16446 h 1720256"/>
              <a:gd name="connsiteX98" fmla="*/ 2121539 w 2121539"/>
              <a:gd name="connsiteY98" fmla="*/ 16446 h 1720256"/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947211 w 2121539"/>
              <a:gd name="connsiteY81" fmla="*/ 273004 h 1720256"/>
              <a:gd name="connsiteX82" fmla="*/ 1960368 w 2121539"/>
              <a:gd name="connsiteY82" fmla="*/ 256558 h 1720256"/>
              <a:gd name="connsiteX83" fmla="*/ 1980103 w 2121539"/>
              <a:gd name="connsiteY83" fmla="*/ 226955 h 1720256"/>
              <a:gd name="connsiteX84" fmla="*/ 1963657 w 2121539"/>
              <a:gd name="connsiteY84" fmla="*/ 180906 h 1720256"/>
              <a:gd name="connsiteX85" fmla="*/ 1884716 w 2121539"/>
              <a:gd name="connsiteY85" fmla="*/ 167750 h 1720256"/>
              <a:gd name="connsiteX86" fmla="*/ 1864981 w 2121539"/>
              <a:gd name="connsiteY86" fmla="*/ 111833 h 1720256"/>
              <a:gd name="connsiteX87" fmla="*/ 1950500 w 2121539"/>
              <a:gd name="connsiteY87" fmla="*/ 111833 h 1720256"/>
              <a:gd name="connsiteX88" fmla="*/ 1986682 w 2121539"/>
              <a:gd name="connsiteY88" fmla="*/ 111833 h 1720256"/>
              <a:gd name="connsiteX89" fmla="*/ 2012995 w 2121539"/>
              <a:gd name="connsiteY89" fmla="*/ 128279 h 1720256"/>
              <a:gd name="connsiteX90" fmla="*/ 2049176 w 2121539"/>
              <a:gd name="connsiteY90" fmla="*/ 98675 h 1720256"/>
              <a:gd name="connsiteX91" fmla="*/ 1966946 w 2121539"/>
              <a:gd name="connsiteY91" fmla="*/ 42760 h 1720256"/>
              <a:gd name="connsiteX92" fmla="*/ 1973525 w 2121539"/>
              <a:gd name="connsiteY92" fmla="*/ 16446 h 1720256"/>
              <a:gd name="connsiteX93" fmla="*/ 2006417 w 2121539"/>
              <a:gd name="connsiteY93" fmla="*/ 3289 h 1720256"/>
              <a:gd name="connsiteX94" fmla="*/ 2036020 w 2121539"/>
              <a:gd name="connsiteY94" fmla="*/ 0 h 1720256"/>
              <a:gd name="connsiteX95" fmla="*/ 2052466 w 2121539"/>
              <a:gd name="connsiteY95" fmla="*/ 23024 h 1720256"/>
              <a:gd name="connsiteX96" fmla="*/ 2121539 w 2121539"/>
              <a:gd name="connsiteY96" fmla="*/ 16446 h 1720256"/>
              <a:gd name="connsiteX97" fmla="*/ 2121539 w 2121539"/>
              <a:gd name="connsiteY97" fmla="*/ 16446 h 1720256"/>
              <a:gd name="connsiteX98" fmla="*/ 2121539 w 2121539"/>
              <a:gd name="connsiteY98" fmla="*/ 16446 h 1720256"/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947211 w 2121539"/>
              <a:gd name="connsiteY81" fmla="*/ 273004 h 1720256"/>
              <a:gd name="connsiteX82" fmla="*/ 1960368 w 2121539"/>
              <a:gd name="connsiteY82" fmla="*/ 256558 h 1720256"/>
              <a:gd name="connsiteX83" fmla="*/ 1980103 w 2121539"/>
              <a:gd name="connsiteY83" fmla="*/ 226955 h 1720256"/>
              <a:gd name="connsiteX84" fmla="*/ 1963657 w 2121539"/>
              <a:gd name="connsiteY84" fmla="*/ 180906 h 1720256"/>
              <a:gd name="connsiteX85" fmla="*/ 1884716 w 2121539"/>
              <a:gd name="connsiteY85" fmla="*/ 167750 h 1720256"/>
              <a:gd name="connsiteX86" fmla="*/ 1864981 w 2121539"/>
              <a:gd name="connsiteY86" fmla="*/ 111833 h 1720256"/>
              <a:gd name="connsiteX87" fmla="*/ 1950500 w 2121539"/>
              <a:gd name="connsiteY87" fmla="*/ 111833 h 1720256"/>
              <a:gd name="connsiteX88" fmla="*/ 1986682 w 2121539"/>
              <a:gd name="connsiteY88" fmla="*/ 111833 h 1720256"/>
              <a:gd name="connsiteX89" fmla="*/ 2052466 w 2121539"/>
              <a:gd name="connsiteY89" fmla="*/ 190774 h 1720256"/>
              <a:gd name="connsiteX90" fmla="*/ 2049176 w 2121539"/>
              <a:gd name="connsiteY90" fmla="*/ 98675 h 1720256"/>
              <a:gd name="connsiteX91" fmla="*/ 1966946 w 2121539"/>
              <a:gd name="connsiteY91" fmla="*/ 42760 h 1720256"/>
              <a:gd name="connsiteX92" fmla="*/ 1973525 w 2121539"/>
              <a:gd name="connsiteY92" fmla="*/ 16446 h 1720256"/>
              <a:gd name="connsiteX93" fmla="*/ 2006417 w 2121539"/>
              <a:gd name="connsiteY93" fmla="*/ 3289 h 1720256"/>
              <a:gd name="connsiteX94" fmla="*/ 2036020 w 2121539"/>
              <a:gd name="connsiteY94" fmla="*/ 0 h 1720256"/>
              <a:gd name="connsiteX95" fmla="*/ 2052466 w 2121539"/>
              <a:gd name="connsiteY95" fmla="*/ 23024 h 1720256"/>
              <a:gd name="connsiteX96" fmla="*/ 2121539 w 2121539"/>
              <a:gd name="connsiteY96" fmla="*/ 16446 h 1720256"/>
              <a:gd name="connsiteX97" fmla="*/ 2121539 w 2121539"/>
              <a:gd name="connsiteY97" fmla="*/ 16446 h 1720256"/>
              <a:gd name="connsiteX98" fmla="*/ 2121539 w 2121539"/>
              <a:gd name="connsiteY98" fmla="*/ 16446 h 1720256"/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947211 w 2121539"/>
              <a:gd name="connsiteY81" fmla="*/ 273004 h 1720256"/>
              <a:gd name="connsiteX82" fmla="*/ 1960368 w 2121539"/>
              <a:gd name="connsiteY82" fmla="*/ 256558 h 1720256"/>
              <a:gd name="connsiteX83" fmla="*/ 1980103 w 2121539"/>
              <a:gd name="connsiteY83" fmla="*/ 226955 h 1720256"/>
              <a:gd name="connsiteX84" fmla="*/ 1963657 w 2121539"/>
              <a:gd name="connsiteY84" fmla="*/ 180906 h 1720256"/>
              <a:gd name="connsiteX85" fmla="*/ 1884716 w 2121539"/>
              <a:gd name="connsiteY85" fmla="*/ 167750 h 1720256"/>
              <a:gd name="connsiteX86" fmla="*/ 1864981 w 2121539"/>
              <a:gd name="connsiteY86" fmla="*/ 111833 h 1720256"/>
              <a:gd name="connsiteX87" fmla="*/ 1950500 w 2121539"/>
              <a:gd name="connsiteY87" fmla="*/ 111833 h 1720256"/>
              <a:gd name="connsiteX88" fmla="*/ 1989971 w 2121539"/>
              <a:gd name="connsiteY88" fmla="*/ 144725 h 1720256"/>
              <a:gd name="connsiteX89" fmla="*/ 2052466 w 2121539"/>
              <a:gd name="connsiteY89" fmla="*/ 190774 h 1720256"/>
              <a:gd name="connsiteX90" fmla="*/ 2049176 w 2121539"/>
              <a:gd name="connsiteY90" fmla="*/ 98675 h 1720256"/>
              <a:gd name="connsiteX91" fmla="*/ 1966946 w 2121539"/>
              <a:gd name="connsiteY91" fmla="*/ 42760 h 1720256"/>
              <a:gd name="connsiteX92" fmla="*/ 1973525 w 2121539"/>
              <a:gd name="connsiteY92" fmla="*/ 16446 h 1720256"/>
              <a:gd name="connsiteX93" fmla="*/ 2006417 w 2121539"/>
              <a:gd name="connsiteY93" fmla="*/ 3289 h 1720256"/>
              <a:gd name="connsiteX94" fmla="*/ 2036020 w 2121539"/>
              <a:gd name="connsiteY94" fmla="*/ 0 h 1720256"/>
              <a:gd name="connsiteX95" fmla="*/ 2052466 w 2121539"/>
              <a:gd name="connsiteY95" fmla="*/ 23024 h 1720256"/>
              <a:gd name="connsiteX96" fmla="*/ 2121539 w 2121539"/>
              <a:gd name="connsiteY96" fmla="*/ 16446 h 1720256"/>
              <a:gd name="connsiteX97" fmla="*/ 2121539 w 2121539"/>
              <a:gd name="connsiteY97" fmla="*/ 16446 h 1720256"/>
              <a:gd name="connsiteX98" fmla="*/ 2121539 w 2121539"/>
              <a:gd name="connsiteY98" fmla="*/ 16446 h 1720256"/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947211 w 2121539"/>
              <a:gd name="connsiteY81" fmla="*/ 273004 h 1720256"/>
              <a:gd name="connsiteX82" fmla="*/ 1960368 w 2121539"/>
              <a:gd name="connsiteY82" fmla="*/ 256558 h 1720256"/>
              <a:gd name="connsiteX83" fmla="*/ 1980103 w 2121539"/>
              <a:gd name="connsiteY83" fmla="*/ 226955 h 1720256"/>
              <a:gd name="connsiteX84" fmla="*/ 1963657 w 2121539"/>
              <a:gd name="connsiteY84" fmla="*/ 180906 h 1720256"/>
              <a:gd name="connsiteX85" fmla="*/ 1884716 w 2121539"/>
              <a:gd name="connsiteY85" fmla="*/ 167750 h 1720256"/>
              <a:gd name="connsiteX86" fmla="*/ 1864981 w 2121539"/>
              <a:gd name="connsiteY86" fmla="*/ 111833 h 1720256"/>
              <a:gd name="connsiteX87" fmla="*/ 1950500 w 2121539"/>
              <a:gd name="connsiteY87" fmla="*/ 111833 h 1720256"/>
              <a:gd name="connsiteX88" fmla="*/ 1989971 w 2121539"/>
              <a:gd name="connsiteY88" fmla="*/ 144725 h 1720256"/>
              <a:gd name="connsiteX89" fmla="*/ 2052466 w 2121539"/>
              <a:gd name="connsiteY89" fmla="*/ 190774 h 1720256"/>
              <a:gd name="connsiteX90" fmla="*/ 2049176 w 2121539"/>
              <a:gd name="connsiteY90" fmla="*/ 98675 h 1720256"/>
              <a:gd name="connsiteX91" fmla="*/ 1966946 w 2121539"/>
              <a:gd name="connsiteY91" fmla="*/ 42760 h 1720256"/>
              <a:gd name="connsiteX92" fmla="*/ 1973525 w 2121539"/>
              <a:gd name="connsiteY92" fmla="*/ 16446 h 1720256"/>
              <a:gd name="connsiteX93" fmla="*/ 2006417 w 2121539"/>
              <a:gd name="connsiteY93" fmla="*/ 3289 h 1720256"/>
              <a:gd name="connsiteX94" fmla="*/ 2036020 w 2121539"/>
              <a:gd name="connsiteY94" fmla="*/ 0 h 1720256"/>
              <a:gd name="connsiteX95" fmla="*/ 2052466 w 2121539"/>
              <a:gd name="connsiteY95" fmla="*/ 23024 h 1720256"/>
              <a:gd name="connsiteX96" fmla="*/ 2121539 w 2121539"/>
              <a:gd name="connsiteY96" fmla="*/ 16446 h 1720256"/>
              <a:gd name="connsiteX97" fmla="*/ 2121539 w 2121539"/>
              <a:gd name="connsiteY97" fmla="*/ 16446 h 1720256"/>
              <a:gd name="connsiteX98" fmla="*/ 2121539 w 2121539"/>
              <a:gd name="connsiteY98" fmla="*/ 16446 h 1720256"/>
              <a:gd name="connsiteX0" fmla="*/ 0 w 2121539"/>
              <a:gd name="connsiteY0" fmla="*/ 1460408 h 1720256"/>
              <a:gd name="connsiteX1" fmla="*/ 13157 w 2121539"/>
              <a:gd name="connsiteY1" fmla="*/ 1351865 h 1720256"/>
              <a:gd name="connsiteX2" fmla="*/ 42759 w 2121539"/>
              <a:gd name="connsiteY2" fmla="*/ 1341997 h 1720256"/>
              <a:gd name="connsiteX3" fmla="*/ 72362 w 2121539"/>
              <a:gd name="connsiteY3" fmla="*/ 1384757 h 1720256"/>
              <a:gd name="connsiteX4" fmla="*/ 151303 w 2121539"/>
              <a:gd name="connsiteY4" fmla="*/ 1391335 h 1720256"/>
              <a:gd name="connsiteX5" fmla="*/ 203931 w 2121539"/>
              <a:gd name="connsiteY5" fmla="*/ 1424227 h 1720256"/>
              <a:gd name="connsiteX6" fmla="*/ 210509 w 2121539"/>
              <a:gd name="connsiteY6" fmla="*/ 1470276 h 1720256"/>
              <a:gd name="connsiteX7" fmla="*/ 184195 w 2121539"/>
              <a:gd name="connsiteY7" fmla="*/ 1545928 h 1720256"/>
              <a:gd name="connsiteX8" fmla="*/ 197352 w 2121539"/>
              <a:gd name="connsiteY8" fmla="*/ 1608423 h 1720256"/>
              <a:gd name="connsiteX9" fmla="*/ 226955 w 2121539"/>
              <a:gd name="connsiteY9" fmla="*/ 1687364 h 1720256"/>
              <a:gd name="connsiteX10" fmla="*/ 263136 w 2121539"/>
              <a:gd name="connsiteY10" fmla="*/ 1720256 h 1720256"/>
              <a:gd name="connsiteX11" fmla="*/ 302607 w 2121539"/>
              <a:gd name="connsiteY11" fmla="*/ 1713677 h 1720256"/>
              <a:gd name="connsiteX12" fmla="*/ 332210 w 2121539"/>
              <a:gd name="connsiteY12" fmla="*/ 1670918 h 1720256"/>
              <a:gd name="connsiteX13" fmla="*/ 365102 w 2121539"/>
              <a:gd name="connsiteY13" fmla="*/ 1667629 h 1720256"/>
              <a:gd name="connsiteX14" fmla="*/ 404572 w 2121539"/>
              <a:gd name="connsiteY14" fmla="*/ 1680785 h 1720256"/>
              <a:gd name="connsiteX15" fmla="*/ 427597 w 2121539"/>
              <a:gd name="connsiteY15" fmla="*/ 1680785 h 1720256"/>
              <a:gd name="connsiteX16" fmla="*/ 450621 w 2121539"/>
              <a:gd name="connsiteY16" fmla="*/ 1651183 h 1720256"/>
              <a:gd name="connsiteX17" fmla="*/ 526273 w 2121539"/>
              <a:gd name="connsiteY17" fmla="*/ 1575531 h 1720256"/>
              <a:gd name="connsiteX18" fmla="*/ 565744 w 2121539"/>
              <a:gd name="connsiteY18" fmla="*/ 1572242 h 1720256"/>
              <a:gd name="connsiteX19" fmla="*/ 618371 w 2121539"/>
              <a:gd name="connsiteY19" fmla="*/ 1651183 h 1720256"/>
              <a:gd name="connsiteX20" fmla="*/ 654552 w 2121539"/>
              <a:gd name="connsiteY20" fmla="*/ 1654472 h 1720256"/>
              <a:gd name="connsiteX21" fmla="*/ 674287 w 2121539"/>
              <a:gd name="connsiteY21" fmla="*/ 1631447 h 1720256"/>
              <a:gd name="connsiteX22" fmla="*/ 677577 w 2121539"/>
              <a:gd name="connsiteY22" fmla="*/ 1568952 h 1720256"/>
              <a:gd name="connsiteX23" fmla="*/ 661131 w 2121539"/>
              <a:gd name="connsiteY23" fmla="*/ 1516325 h 1720256"/>
              <a:gd name="connsiteX24" fmla="*/ 779542 w 2121539"/>
              <a:gd name="connsiteY24" fmla="*/ 1516325 h 1720256"/>
              <a:gd name="connsiteX25" fmla="*/ 825591 w 2121539"/>
              <a:gd name="connsiteY25" fmla="*/ 1493301 h 1720256"/>
              <a:gd name="connsiteX26" fmla="*/ 871640 w 2121539"/>
              <a:gd name="connsiteY26" fmla="*/ 1483433 h 1720256"/>
              <a:gd name="connsiteX27" fmla="*/ 871640 w 2121539"/>
              <a:gd name="connsiteY27" fmla="*/ 1483433 h 1720256"/>
              <a:gd name="connsiteX28" fmla="*/ 930846 w 2121539"/>
              <a:gd name="connsiteY28" fmla="*/ 1506457 h 1720256"/>
              <a:gd name="connsiteX29" fmla="*/ 960449 w 2121539"/>
              <a:gd name="connsiteY29" fmla="*/ 1486722 h 1720256"/>
              <a:gd name="connsiteX30" fmla="*/ 986762 w 2121539"/>
              <a:gd name="connsiteY30" fmla="*/ 1466987 h 1720256"/>
              <a:gd name="connsiteX31" fmla="*/ 1013076 w 2121539"/>
              <a:gd name="connsiteY31" fmla="*/ 1440673 h 1720256"/>
              <a:gd name="connsiteX32" fmla="*/ 1016365 w 2121539"/>
              <a:gd name="connsiteY32" fmla="*/ 1417649 h 1720256"/>
              <a:gd name="connsiteX33" fmla="*/ 990052 w 2121539"/>
              <a:gd name="connsiteY33" fmla="*/ 1374889 h 1720256"/>
              <a:gd name="connsiteX34" fmla="*/ 927557 w 2121539"/>
              <a:gd name="connsiteY34" fmla="*/ 1365021 h 1720256"/>
              <a:gd name="connsiteX35" fmla="*/ 894664 w 2121539"/>
              <a:gd name="connsiteY35" fmla="*/ 1351865 h 1720256"/>
              <a:gd name="connsiteX36" fmla="*/ 891375 w 2121539"/>
              <a:gd name="connsiteY36" fmla="*/ 1322262 h 1720256"/>
              <a:gd name="connsiteX37" fmla="*/ 940713 w 2121539"/>
              <a:gd name="connsiteY37" fmla="*/ 1299237 h 1720256"/>
              <a:gd name="connsiteX38" fmla="*/ 963738 w 2121539"/>
              <a:gd name="connsiteY38" fmla="*/ 1328840 h 1720256"/>
              <a:gd name="connsiteX39" fmla="*/ 1026233 w 2121539"/>
              <a:gd name="connsiteY39" fmla="*/ 1332129 h 1720256"/>
              <a:gd name="connsiteX40" fmla="*/ 1072282 w 2121539"/>
              <a:gd name="connsiteY40" fmla="*/ 1259767 h 1720256"/>
              <a:gd name="connsiteX41" fmla="*/ 1085439 w 2121539"/>
              <a:gd name="connsiteY41" fmla="*/ 1233453 h 1720256"/>
              <a:gd name="connsiteX42" fmla="*/ 1098595 w 2121539"/>
              <a:gd name="connsiteY42" fmla="*/ 1190693 h 1720256"/>
              <a:gd name="connsiteX43" fmla="*/ 1105174 w 2121539"/>
              <a:gd name="connsiteY43" fmla="*/ 1055836 h 1720256"/>
              <a:gd name="connsiteX44" fmla="*/ 1055836 w 2121539"/>
              <a:gd name="connsiteY44" fmla="*/ 970316 h 1720256"/>
              <a:gd name="connsiteX45" fmla="*/ 1049257 w 2121539"/>
              <a:gd name="connsiteY45" fmla="*/ 937424 h 1720256"/>
              <a:gd name="connsiteX46" fmla="*/ 990052 w 2121539"/>
              <a:gd name="connsiteY46" fmla="*/ 815724 h 1720256"/>
              <a:gd name="connsiteX47" fmla="*/ 993341 w 2121539"/>
              <a:gd name="connsiteY47" fmla="*/ 759807 h 1720256"/>
              <a:gd name="connsiteX48" fmla="*/ 1016365 w 2121539"/>
              <a:gd name="connsiteY48" fmla="*/ 733493 h 1720256"/>
              <a:gd name="connsiteX49" fmla="*/ 1036100 w 2121539"/>
              <a:gd name="connsiteY49" fmla="*/ 723626 h 1720256"/>
              <a:gd name="connsiteX50" fmla="*/ 1105174 w 2121539"/>
              <a:gd name="connsiteY50" fmla="*/ 720336 h 1720256"/>
              <a:gd name="connsiteX51" fmla="*/ 1128198 w 2121539"/>
              <a:gd name="connsiteY51" fmla="*/ 717047 h 1720256"/>
              <a:gd name="connsiteX52" fmla="*/ 1128198 w 2121539"/>
              <a:gd name="connsiteY52" fmla="*/ 680866 h 1720256"/>
              <a:gd name="connsiteX53" fmla="*/ 1128198 w 2121539"/>
              <a:gd name="connsiteY53" fmla="*/ 651263 h 1720256"/>
              <a:gd name="connsiteX54" fmla="*/ 1164380 w 2121539"/>
              <a:gd name="connsiteY54" fmla="*/ 657842 h 1720256"/>
              <a:gd name="connsiteX55" fmla="*/ 1213718 w 2121539"/>
              <a:gd name="connsiteY55" fmla="*/ 680866 h 1720256"/>
              <a:gd name="connsiteX56" fmla="*/ 1243321 w 2121539"/>
              <a:gd name="connsiteY56" fmla="*/ 664420 h 1720256"/>
              <a:gd name="connsiteX57" fmla="*/ 1263056 w 2121539"/>
              <a:gd name="connsiteY57" fmla="*/ 638106 h 1720256"/>
              <a:gd name="connsiteX58" fmla="*/ 1240031 w 2121539"/>
              <a:gd name="connsiteY58" fmla="*/ 569033 h 1720256"/>
              <a:gd name="connsiteX59" fmla="*/ 1279502 w 2121539"/>
              <a:gd name="connsiteY59" fmla="*/ 516406 h 1720256"/>
              <a:gd name="connsiteX60" fmla="*/ 1312394 w 2121539"/>
              <a:gd name="connsiteY60" fmla="*/ 496670 h 1720256"/>
              <a:gd name="connsiteX61" fmla="*/ 1325551 w 2121539"/>
              <a:gd name="connsiteY61" fmla="*/ 490092 h 1720256"/>
              <a:gd name="connsiteX62" fmla="*/ 1371600 w 2121539"/>
              <a:gd name="connsiteY62" fmla="*/ 480224 h 1720256"/>
              <a:gd name="connsiteX63" fmla="*/ 1440673 w 2121539"/>
              <a:gd name="connsiteY63" fmla="*/ 503249 h 1720256"/>
              <a:gd name="connsiteX64" fmla="*/ 1460408 w 2121539"/>
              <a:gd name="connsiteY64" fmla="*/ 453911 h 1720256"/>
              <a:gd name="connsiteX65" fmla="*/ 1483433 w 2121539"/>
              <a:gd name="connsiteY65" fmla="*/ 384837 h 1720256"/>
              <a:gd name="connsiteX66" fmla="*/ 1503168 w 2121539"/>
              <a:gd name="connsiteY66" fmla="*/ 361813 h 1720256"/>
              <a:gd name="connsiteX67" fmla="*/ 1526193 w 2121539"/>
              <a:gd name="connsiteY67" fmla="*/ 351945 h 1720256"/>
              <a:gd name="connsiteX68" fmla="*/ 1595266 w 2121539"/>
              <a:gd name="connsiteY68" fmla="*/ 394705 h 1720256"/>
              <a:gd name="connsiteX69" fmla="*/ 1638026 w 2121539"/>
              <a:gd name="connsiteY69" fmla="*/ 381548 h 1720256"/>
              <a:gd name="connsiteX70" fmla="*/ 1641315 w 2121539"/>
              <a:gd name="connsiteY70" fmla="*/ 348656 h 1720256"/>
              <a:gd name="connsiteX71" fmla="*/ 1647893 w 2121539"/>
              <a:gd name="connsiteY71" fmla="*/ 325631 h 1720256"/>
              <a:gd name="connsiteX72" fmla="*/ 1664339 w 2121539"/>
              <a:gd name="connsiteY72" fmla="*/ 259847 h 1720256"/>
              <a:gd name="connsiteX73" fmla="*/ 1697231 w 2121539"/>
              <a:gd name="connsiteY73" fmla="*/ 217088 h 1720256"/>
              <a:gd name="connsiteX74" fmla="*/ 1710388 w 2121539"/>
              <a:gd name="connsiteY74" fmla="*/ 167749 h 1720256"/>
              <a:gd name="connsiteX75" fmla="*/ 1746570 w 2121539"/>
              <a:gd name="connsiteY75" fmla="*/ 121701 h 1720256"/>
              <a:gd name="connsiteX76" fmla="*/ 1756437 w 2121539"/>
              <a:gd name="connsiteY76" fmla="*/ 121701 h 1720256"/>
              <a:gd name="connsiteX77" fmla="*/ 1776172 w 2121539"/>
              <a:gd name="connsiteY77" fmla="*/ 141436 h 1720256"/>
              <a:gd name="connsiteX78" fmla="*/ 1818932 w 2121539"/>
              <a:gd name="connsiteY78" fmla="*/ 184195 h 1720256"/>
              <a:gd name="connsiteX79" fmla="*/ 1888005 w 2121539"/>
              <a:gd name="connsiteY79" fmla="*/ 223666 h 1720256"/>
              <a:gd name="connsiteX80" fmla="*/ 1894584 w 2121539"/>
              <a:gd name="connsiteY80" fmla="*/ 269715 h 1720256"/>
              <a:gd name="connsiteX81" fmla="*/ 1947211 w 2121539"/>
              <a:gd name="connsiteY81" fmla="*/ 273004 h 1720256"/>
              <a:gd name="connsiteX82" fmla="*/ 1960368 w 2121539"/>
              <a:gd name="connsiteY82" fmla="*/ 256558 h 1720256"/>
              <a:gd name="connsiteX83" fmla="*/ 1980103 w 2121539"/>
              <a:gd name="connsiteY83" fmla="*/ 226955 h 1720256"/>
              <a:gd name="connsiteX84" fmla="*/ 1963657 w 2121539"/>
              <a:gd name="connsiteY84" fmla="*/ 180906 h 1720256"/>
              <a:gd name="connsiteX85" fmla="*/ 1884716 w 2121539"/>
              <a:gd name="connsiteY85" fmla="*/ 167750 h 1720256"/>
              <a:gd name="connsiteX86" fmla="*/ 1864981 w 2121539"/>
              <a:gd name="connsiteY86" fmla="*/ 111833 h 1720256"/>
              <a:gd name="connsiteX87" fmla="*/ 1950500 w 2121539"/>
              <a:gd name="connsiteY87" fmla="*/ 111833 h 1720256"/>
              <a:gd name="connsiteX88" fmla="*/ 1989971 w 2121539"/>
              <a:gd name="connsiteY88" fmla="*/ 144725 h 1720256"/>
              <a:gd name="connsiteX89" fmla="*/ 2045888 w 2121539"/>
              <a:gd name="connsiteY89" fmla="*/ 207220 h 1720256"/>
              <a:gd name="connsiteX90" fmla="*/ 2049176 w 2121539"/>
              <a:gd name="connsiteY90" fmla="*/ 98675 h 1720256"/>
              <a:gd name="connsiteX91" fmla="*/ 1966946 w 2121539"/>
              <a:gd name="connsiteY91" fmla="*/ 42760 h 1720256"/>
              <a:gd name="connsiteX92" fmla="*/ 1973525 w 2121539"/>
              <a:gd name="connsiteY92" fmla="*/ 16446 h 1720256"/>
              <a:gd name="connsiteX93" fmla="*/ 2006417 w 2121539"/>
              <a:gd name="connsiteY93" fmla="*/ 3289 h 1720256"/>
              <a:gd name="connsiteX94" fmla="*/ 2036020 w 2121539"/>
              <a:gd name="connsiteY94" fmla="*/ 0 h 1720256"/>
              <a:gd name="connsiteX95" fmla="*/ 2052466 w 2121539"/>
              <a:gd name="connsiteY95" fmla="*/ 23024 h 1720256"/>
              <a:gd name="connsiteX96" fmla="*/ 2121539 w 2121539"/>
              <a:gd name="connsiteY96" fmla="*/ 16446 h 1720256"/>
              <a:gd name="connsiteX97" fmla="*/ 2121539 w 2121539"/>
              <a:gd name="connsiteY97" fmla="*/ 16446 h 1720256"/>
              <a:gd name="connsiteX98" fmla="*/ 2121539 w 2121539"/>
              <a:gd name="connsiteY98" fmla="*/ 16446 h 17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2121539" h="1720256">
                <a:moveTo>
                  <a:pt x="0" y="1460408"/>
                </a:moveTo>
                <a:lnTo>
                  <a:pt x="13157" y="1351865"/>
                </a:lnTo>
                <a:lnTo>
                  <a:pt x="42759" y="1341997"/>
                </a:lnTo>
                <a:lnTo>
                  <a:pt x="72362" y="1384757"/>
                </a:lnTo>
                <a:cubicBezTo>
                  <a:pt x="140440" y="1388340"/>
                  <a:pt x="114402" y="1383955"/>
                  <a:pt x="151303" y="1391335"/>
                </a:cubicBezTo>
                <a:lnTo>
                  <a:pt x="203931" y="1424227"/>
                </a:lnTo>
                <a:lnTo>
                  <a:pt x="210509" y="1470276"/>
                </a:lnTo>
                <a:lnTo>
                  <a:pt x="184195" y="1545928"/>
                </a:lnTo>
                <a:lnTo>
                  <a:pt x="197352" y="1608423"/>
                </a:lnTo>
                <a:lnTo>
                  <a:pt x="226955" y="1687364"/>
                </a:lnTo>
                <a:lnTo>
                  <a:pt x="263136" y="1720256"/>
                </a:lnTo>
                <a:lnTo>
                  <a:pt x="302607" y="1713677"/>
                </a:lnTo>
                <a:lnTo>
                  <a:pt x="332210" y="1670918"/>
                </a:lnTo>
                <a:lnTo>
                  <a:pt x="365102" y="1667629"/>
                </a:lnTo>
                <a:cubicBezTo>
                  <a:pt x="402313" y="1681160"/>
                  <a:pt x="388450" y="1680785"/>
                  <a:pt x="404572" y="1680785"/>
                </a:cubicBezTo>
                <a:lnTo>
                  <a:pt x="427597" y="1680785"/>
                </a:lnTo>
                <a:lnTo>
                  <a:pt x="450621" y="1651183"/>
                </a:lnTo>
                <a:lnTo>
                  <a:pt x="526273" y="1575531"/>
                </a:lnTo>
                <a:lnTo>
                  <a:pt x="565744" y="1572242"/>
                </a:lnTo>
                <a:lnTo>
                  <a:pt x="618371" y="1651183"/>
                </a:lnTo>
                <a:lnTo>
                  <a:pt x="654552" y="1654472"/>
                </a:lnTo>
                <a:lnTo>
                  <a:pt x="674287" y="1631447"/>
                </a:lnTo>
                <a:lnTo>
                  <a:pt x="677577" y="1568952"/>
                </a:lnTo>
                <a:lnTo>
                  <a:pt x="661131" y="1516325"/>
                </a:lnTo>
                <a:lnTo>
                  <a:pt x="779542" y="1516325"/>
                </a:lnTo>
                <a:lnTo>
                  <a:pt x="825591" y="1493301"/>
                </a:lnTo>
                <a:cubicBezTo>
                  <a:pt x="860395" y="1481699"/>
                  <a:pt x="844793" y="1483433"/>
                  <a:pt x="871640" y="1483433"/>
                </a:cubicBezTo>
                <a:lnTo>
                  <a:pt x="871640" y="1483433"/>
                </a:lnTo>
                <a:lnTo>
                  <a:pt x="930846" y="1506457"/>
                </a:lnTo>
                <a:lnTo>
                  <a:pt x="960449" y="1486722"/>
                </a:lnTo>
                <a:lnTo>
                  <a:pt x="986762" y="1466987"/>
                </a:lnTo>
                <a:lnTo>
                  <a:pt x="1013076" y="1440673"/>
                </a:lnTo>
                <a:lnTo>
                  <a:pt x="1016365" y="1417649"/>
                </a:lnTo>
                <a:lnTo>
                  <a:pt x="990052" y="1374889"/>
                </a:lnTo>
                <a:lnTo>
                  <a:pt x="927557" y="1365021"/>
                </a:lnTo>
                <a:lnTo>
                  <a:pt x="894664" y="1351865"/>
                </a:lnTo>
                <a:lnTo>
                  <a:pt x="891375" y="1322262"/>
                </a:lnTo>
                <a:lnTo>
                  <a:pt x="940713" y="1299237"/>
                </a:lnTo>
                <a:lnTo>
                  <a:pt x="963738" y="1328840"/>
                </a:lnTo>
                <a:lnTo>
                  <a:pt x="1026233" y="1332129"/>
                </a:lnTo>
                <a:lnTo>
                  <a:pt x="1072282" y="1259767"/>
                </a:lnTo>
                <a:lnTo>
                  <a:pt x="1085439" y="1233453"/>
                </a:lnTo>
                <a:lnTo>
                  <a:pt x="1098595" y="1190693"/>
                </a:lnTo>
                <a:lnTo>
                  <a:pt x="1105174" y="1055836"/>
                </a:lnTo>
                <a:lnTo>
                  <a:pt x="1055836" y="970316"/>
                </a:lnTo>
                <a:lnTo>
                  <a:pt x="1049257" y="937424"/>
                </a:lnTo>
                <a:lnTo>
                  <a:pt x="990052" y="815724"/>
                </a:lnTo>
                <a:lnTo>
                  <a:pt x="993341" y="759807"/>
                </a:lnTo>
                <a:cubicBezTo>
                  <a:pt x="1001016" y="751036"/>
                  <a:pt x="1007468" y="741021"/>
                  <a:pt x="1016365" y="733493"/>
                </a:cubicBezTo>
                <a:cubicBezTo>
                  <a:pt x="1021979" y="728742"/>
                  <a:pt x="1036100" y="723626"/>
                  <a:pt x="1036100" y="723626"/>
                </a:cubicBezTo>
                <a:lnTo>
                  <a:pt x="1105174" y="720336"/>
                </a:lnTo>
                <a:lnTo>
                  <a:pt x="1128198" y="717047"/>
                </a:lnTo>
                <a:lnTo>
                  <a:pt x="1128198" y="680866"/>
                </a:lnTo>
                <a:lnTo>
                  <a:pt x="1128198" y="651263"/>
                </a:lnTo>
                <a:lnTo>
                  <a:pt x="1164380" y="657842"/>
                </a:lnTo>
                <a:lnTo>
                  <a:pt x="1213718" y="680866"/>
                </a:lnTo>
                <a:lnTo>
                  <a:pt x="1243321" y="664420"/>
                </a:lnTo>
                <a:lnTo>
                  <a:pt x="1263056" y="638106"/>
                </a:lnTo>
                <a:lnTo>
                  <a:pt x="1240031" y="569033"/>
                </a:lnTo>
                <a:lnTo>
                  <a:pt x="1279502" y="516406"/>
                </a:lnTo>
                <a:cubicBezTo>
                  <a:pt x="1290466" y="509827"/>
                  <a:pt x="1301292" y="503014"/>
                  <a:pt x="1312394" y="496670"/>
                </a:cubicBezTo>
                <a:cubicBezTo>
                  <a:pt x="1316651" y="494237"/>
                  <a:pt x="1325551" y="490092"/>
                  <a:pt x="1325551" y="490092"/>
                </a:cubicBezTo>
                <a:lnTo>
                  <a:pt x="1371600" y="480224"/>
                </a:lnTo>
                <a:lnTo>
                  <a:pt x="1440673" y="503249"/>
                </a:lnTo>
                <a:lnTo>
                  <a:pt x="1460408" y="453911"/>
                </a:lnTo>
                <a:lnTo>
                  <a:pt x="1483433" y="384837"/>
                </a:lnTo>
                <a:lnTo>
                  <a:pt x="1503168" y="361813"/>
                </a:lnTo>
                <a:lnTo>
                  <a:pt x="1526193" y="351945"/>
                </a:lnTo>
                <a:lnTo>
                  <a:pt x="1595266" y="394705"/>
                </a:lnTo>
                <a:lnTo>
                  <a:pt x="1638026" y="381548"/>
                </a:lnTo>
                <a:lnTo>
                  <a:pt x="1641315" y="348656"/>
                </a:lnTo>
                <a:lnTo>
                  <a:pt x="1647893" y="325631"/>
                </a:lnTo>
                <a:lnTo>
                  <a:pt x="1664339" y="259847"/>
                </a:lnTo>
                <a:lnTo>
                  <a:pt x="1697231" y="217088"/>
                </a:lnTo>
                <a:lnTo>
                  <a:pt x="1710388" y="167749"/>
                </a:lnTo>
                <a:cubicBezTo>
                  <a:pt x="1714900" y="158724"/>
                  <a:pt x="1726612" y="121701"/>
                  <a:pt x="1746570" y="121701"/>
                </a:cubicBezTo>
                <a:lnTo>
                  <a:pt x="1756437" y="121701"/>
                </a:lnTo>
                <a:lnTo>
                  <a:pt x="1776172" y="141436"/>
                </a:lnTo>
                <a:lnTo>
                  <a:pt x="1818932" y="184195"/>
                </a:lnTo>
                <a:lnTo>
                  <a:pt x="1888005" y="223666"/>
                </a:lnTo>
                <a:cubicBezTo>
                  <a:pt x="1894945" y="265299"/>
                  <a:pt x="1894584" y="249798"/>
                  <a:pt x="1894584" y="269715"/>
                </a:cubicBezTo>
                <a:lnTo>
                  <a:pt x="1947211" y="273004"/>
                </a:lnTo>
                <a:lnTo>
                  <a:pt x="1960368" y="256558"/>
                </a:lnTo>
                <a:cubicBezTo>
                  <a:pt x="1978239" y="231539"/>
                  <a:pt x="1972597" y="241970"/>
                  <a:pt x="1980103" y="226955"/>
                </a:cubicBezTo>
                <a:lnTo>
                  <a:pt x="1963657" y="180906"/>
                </a:lnTo>
                <a:lnTo>
                  <a:pt x="1884716" y="167750"/>
                </a:lnTo>
                <a:lnTo>
                  <a:pt x="1864981" y="111833"/>
                </a:lnTo>
                <a:cubicBezTo>
                  <a:pt x="1909933" y="85520"/>
                  <a:pt x="1921994" y="111833"/>
                  <a:pt x="1950500" y="111833"/>
                </a:cubicBezTo>
                <a:lnTo>
                  <a:pt x="1989971" y="144725"/>
                </a:lnTo>
                <a:lnTo>
                  <a:pt x="2045888" y="207220"/>
                </a:lnTo>
                <a:cubicBezTo>
                  <a:pt x="2074394" y="156785"/>
                  <a:pt x="2050273" y="129375"/>
                  <a:pt x="2049176" y="98675"/>
                </a:cubicBezTo>
                <a:lnTo>
                  <a:pt x="1966946" y="42760"/>
                </a:lnTo>
                <a:lnTo>
                  <a:pt x="1973525" y="16446"/>
                </a:lnTo>
                <a:lnTo>
                  <a:pt x="2006417" y="3289"/>
                </a:lnTo>
                <a:lnTo>
                  <a:pt x="2036020" y="0"/>
                </a:lnTo>
                <a:lnTo>
                  <a:pt x="2052466" y="23024"/>
                </a:lnTo>
                <a:lnTo>
                  <a:pt x="2121539" y="16446"/>
                </a:lnTo>
                <a:lnTo>
                  <a:pt x="2121539" y="16446"/>
                </a:lnTo>
                <a:lnTo>
                  <a:pt x="2121539" y="16446"/>
                </a:ln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0A51A23-7982-DD5D-C89B-429FDB94F357}"/>
              </a:ext>
            </a:extLst>
          </p:cNvPr>
          <p:cNvSpPr/>
          <p:nvPr/>
        </p:nvSpPr>
        <p:spPr>
          <a:xfrm>
            <a:off x="5973203" y="2825430"/>
            <a:ext cx="4129384" cy="1417649"/>
          </a:xfrm>
          <a:custGeom>
            <a:avLst/>
            <a:gdLst>
              <a:gd name="connsiteX0" fmla="*/ 0 w 4114800"/>
              <a:gd name="connsiteY0" fmla="*/ 457200 h 1417649"/>
              <a:gd name="connsiteX1" fmla="*/ 0 w 4114800"/>
              <a:gd name="connsiteY1" fmla="*/ 457200 h 1417649"/>
              <a:gd name="connsiteX2" fmla="*/ 55916 w 4114800"/>
              <a:gd name="connsiteY2" fmla="*/ 424308 h 1417649"/>
              <a:gd name="connsiteX3" fmla="*/ 69073 w 4114800"/>
              <a:gd name="connsiteY3" fmla="*/ 394705 h 1417649"/>
              <a:gd name="connsiteX4" fmla="*/ 19735 w 4114800"/>
              <a:gd name="connsiteY4" fmla="*/ 342078 h 1417649"/>
              <a:gd name="connsiteX5" fmla="*/ 0 w 4114800"/>
              <a:gd name="connsiteY5" fmla="*/ 296029 h 1417649"/>
              <a:gd name="connsiteX6" fmla="*/ 55916 w 4114800"/>
              <a:gd name="connsiteY6" fmla="*/ 259848 h 1417649"/>
              <a:gd name="connsiteX7" fmla="*/ 82230 w 4114800"/>
              <a:gd name="connsiteY7" fmla="*/ 273005 h 1417649"/>
              <a:gd name="connsiteX8" fmla="*/ 131568 w 4114800"/>
              <a:gd name="connsiteY8" fmla="*/ 312475 h 1417649"/>
              <a:gd name="connsiteX9" fmla="*/ 171039 w 4114800"/>
              <a:gd name="connsiteY9" fmla="*/ 312475 h 1417649"/>
              <a:gd name="connsiteX10" fmla="*/ 197352 w 4114800"/>
              <a:gd name="connsiteY10" fmla="*/ 273005 h 1417649"/>
              <a:gd name="connsiteX11" fmla="*/ 197352 w 4114800"/>
              <a:gd name="connsiteY11" fmla="*/ 190774 h 1417649"/>
              <a:gd name="connsiteX12" fmla="*/ 197352 w 4114800"/>
              <a:gd name="connsiteY12" fmla="*/ 190774 h 1417649"/>
              <a:gd name="connsiteX13" fmla="*/ 279583 w 4114800"/>
              <a:gd name="connsiteY13" fmla="*/ 177617 h 1417649"/>
              <a:gd name="connsiteX14" fmla="*/ 315764 w 4114800"/>
              <a:gd name="connsiteY14" fmla="*/ 164461 h 1417649"/>
              <a:gd name="connsiteX15" fmla="*/ 328921 w 4114800"/>
              <a:gd name="connsiteY15" fmla="*/ 161171 h 1417649"/>
              <a:gd name="connsiteX16" fmla="*/ 345367 w 4114800"/>
              <a:gd name="connsiteY16" fmla="*/ 151304 h 1417649"/>
              <a:gd name="connsiteX17" fmla="*/ 378259 w 4114800"/>
              <a:gd name="connsiteY17" fmla="*/ 121701 h 1417649"/>
              <a:gd name="connsiteX18" fmla="*/ 397994 w 4114800"/>
              <a:gd name="connsiteY18" fmla="*/ 65784 h 1417649"/>
              <a:gd name="connsiteX19" fmla="*/ 397994 w 4114800"/>
              <a:gd name="connsiteY19" fmla="*/ 16446 h 1417649"/>
              <a:gd name="connsiteX20" fmla="*/ 480224 w 4114800"/>
              <a:gd name="connsiteY20" fmla="*/ 0 h 1417649"/>
              <a:gd name="connsiteX21" fmla="*/ 513116 w 4114800"/>
              <a:gd name="connsiteY21" fmla="*/ 3289 h 1417649"/>
              <a:gd name="connsiteX22" fmla="*/ 588768 w 4114800"/>
              <a:gd name="connsiteY22" fmla="*/ 3289 h 1417649"/>
              <a:gd name="connsiteX23" fmla="*/ 624950 w 4114800"/>
              <a:gd name="connsiteY23" fmla="*/ 23025 h 1417649"/>
              <a:gd name="connsiteX24" fmla="*/ 680866 w 4114800"/>
              <a:gd name="connsiteY24" fmla="*/ 52628 h 1417649"/>
              <a:gd name="connsiteX25" fmla="*/ 697312 w 4114800"/>
              <a:gd name="connsiteY25" fmla="*/ 75652 h 1417649"/>
              <a:gd name="connsiteX26" fmla="*/ 710469 w 4114800"/>
              <a:gd name="connsiteY26" fmla="*/ 148015 h 1417649"/>
              <a:gd name="connsiteX27" fmla="*/ 749939 w 4114800"/>
              <a:gd name="connsiteY27" fmla="*/ 164461 h 1417649"/>
              <a:gd name="connsiteX28" fmla="*/ 789410 w 4114800"/>
              <a:gd name="connsiteY28" fmla="*/ 108544 h 1417649"/>
              <a:gd name="connsiteX29" fmla="*/ 845326 w 4114800"/>
              <a:gd name="connsiteY29" fmla="*/ 82230 h 1417649"/>
              <a:gd name="connsiteX30" fmla="*/ 861773 w 4114800"/>
              <a:gd name="connsiteY30" fmla="*/ 101966 h 1417649"/>
              <a:gd name="connsiteX31" fmla="*/ 920978 w 4114800"/>
              <a:gd name="connsiteY31" fmla="*/ 98676 h 1417649"/>
              <a:gd name="connsiteX32" fmla="*/ 967027 w 4114800"/>
              <a:gd name="connsiteY32" fmla="*/ 98676 h 1417649"/>
              <a:gd name="connsiteX33" fmla="*/ 973606 w 4114800"/>
              <a:gd name="connsiteY33" fmla="*/ 197353 h 1417649"/>
              <a:gd name="connsiteX34" fmla="*/ 1013076 w 4114800"/>
              <a:gd name="connsiteY34" fmla="*/ 240112 h 1417649"/>
              <a:gd name="connsiteX35" fmla="*/ 1055836 w 4114800"/>
              <a:gd name="connsiteY35" fmla="*/ 240112 h 1417649"/>
              <a:gd name="connsiteX36" fmla="*/ 1144644 w 4114800"/>
              <a:gd name="connsiteY36" fmla="*/ 226956 h 1417649"/>
              <a:gd name="connsiteX37" fmla="*/ 1193983 w 4114800"/>
              <a:gd name="connsiteY37" fmla="*/ 210510 h 1417649"/>
              <a:gd name="connsiteX38" fmla="*/ 1233453 w 4114800"/>
              <a:gd name="connsiteY38" fmla="*/ 194064 h 1417649"/>
              <a:gd name="connsiteX39" fmla="*/ 1256478 w 4114800"/>
              <a:gd name="connsiteY39" fmla="*/ 220377 h 1417649"/>
              <a:gd name="connsiteX40" fmla="*/ 1266345 w 4114800"/>
              <a:gd name="connsiteY40" fmla="*/ 236823 h 1417649"/>
              <a:gd name="connsiteX41" fmla="*/ 1276213 w 4114800"/>
              <a:gd name="connsiteY41" fmla="*/ 249980 h 1417649"/>
              <a:gd name="connsiteX42" fmla="*/ 1279502 w 4114800"/>
              <a:gd name="connsiteY42" fmla="*/ 259848 h 1417649"/>
              <a:gd name="connsiteX43" fmla="*/ 1289370 w 4114800"/>
              <a:gd name="connsiteY43" fmla="*/ 269715 h 1417649"/>
              <a:gd name="connsiteX44" fmla="*/ 1295948 w 4114800"/>
              <a:gd name="connsiteY44" fmla="*/ 302607 h 1417649"/>
              <a:gd name="connsiteX45" fmla="*/ 1345286 w 4114800"/>
              <a:gd name="connsiteY45" fmla="*/ 348656 h 1417649"/>
              <a:gd name="connsiteX46" fmla="*/ 1414360 w 4114800"/>
              <a:gd name="connsiteY46" fmla="*/ 361813 h 1417649"/>
              <a:gd name="connsiteX47" fmla="*/ 1447252 w 4114800"/>
              <a:gd name="connsiteY47" fmla="*/ 361813 h 1417649"/>
              <a:gd name="connsiteX48" fmla="*/ 1424227 w 4114800"/>
              <a:gd name="connsiteY48" fmla="*/ 444043 h 1417649"/>
              <a:gd name="connsiteX49" fmla="*/ 1440673 w 4114800"/>
              <a:gd name="connsiteY49" fmla="*/ 486803 h 1417649"/>
              <a:gd name="connsiteX50" fmla="*/ 1476855 w 4114800"/>
              <a:gd name="connsiteY50" fmla="*/ 483514 h 1417649"/>
              <a:gd name="connsiteX51" fmla="*/ 1522903 w 4114800"/>
              <a:gd name="connsiteY51" fmla="*/ 430887 h 1417649"/>
              <a:gd name="connsiteX52" fmla="*/ 1575531 w 4114800"/>
              <a:gd name="connsiteY52" fmla="*/ 401284 h 1417649"/>
              <a:gd name="connsiteX53" fmla="*/ 1591977 w 4114800"/>
              <a:gd name="connsiteY53" fmla="*/ 427597 h 1417649"/>
              <a:gd name="connsiteX54" fmla="*/ 1618291 w 4114800"/>
              <a:gd name="connsiteY54" fmla="*/ 460489 h 1417649"/>
              <a:gd name="connsiteX55" fmla="*/ 1621580 w 4114800"/>
              <a:gd name="connsiteY55" fmla="*/ 536141 h 1417649"/>
              <a:gd name="connsiteX56" fmla="*/ 1647893 w 4114800"/>
              <a:gd name="connsiteY56" fmla="*/ 562455 h 1417649"/>
              <a:gd name="connsiteX57" fmla="*/ 1753148 w 4114800"/>
              <a:gd name="connsiteY57" fmla="*/ 608504 h 1417649"/>
              <a:gd name="connsiteX58" fmla="*/ 1818932 w 4114800"/>
              <a:gd name="connsiteY58" fmla="*/ 624950 h 1417649"/>
              <a:gd name="connsiteX59" fmla="*/ 1818932 w 4114800"/>
              <a:gd name="connsiteY59" fmla="*/ 674288 h 1417649"/>
              <a:gd name="connsiteX60" fmla="*/ 1822221 w 4114800"/>
              <a:gd name="connsiteY60" fmla="*/ 710469 h 1417649"/>
              <a:gd name="connsiteX61" fmla="*/ 1786040 w 4114800"/>
              <a:gd name="connsiteY61" fmla="*/ 743361 h 1417649"/>
              <a:gd name="connsiteX62" fmla="*/ 1743280 w 4114800"/>
              <a:gd name="connsiteY62" fmla="*/ 756518 h 1417649"/>
              <a:gd name="connsiteX63" fmla="*/ 1693942 w 4114800"/>
              <a:gd name="connsiteY63" fmla="*/ 769675 h 1417649"/>
              <a:gd name="connsiteX64" fmla="*/ 1693942 w 4114800"/>
              <a:gd name="connsiteY64" fmla="*/ 819013 h 1417649"/>
              <a:gd name="connsiteX65" fmla="*/ 1726834 w 4114800"/>
              <a:gd name="connsiteY65" fmla="*/ 838748 h 1417649"/>
              <a:gd name="connsiteX66" fmla="*/ 1756437 w 4114800"/>
              <a:gd name="connsiteY66" fmla="*/ 838748 h 1417649"/>
              <a:gd name="connsiteX67" fmla="*/ 1832089 w 4114800"/>
              <a:gd name="connsiteY67" fmla="*/ 838748 h 1417649"/>
              <a:gd name="connsiteX68" fmla="*/ 1864981 w 4114800"/>
              <a:gd name="connsiteY68" fmla="*/ 858484 h 1417649"/>
              <a:gd name="connsiteX69" fmla="*/ 1871560 w 4114800"/>
              <a:gd name="connsiteY69" fmla="*/ 901243 h 1417649"/>
              <a:gd name="connsiteX70" fmla="*/ 1848535 w 4114800"/>
              <a:gd name="connsiteY70" fmla="*/ 950582 h 1417649"/>
              <a:gd name="connsiteX71" fmla="*/ 1845246 w 4114800"/>
              <a:gd name="connsiteY71" fmla="*/ 990052 h 1417649"/>
              <a:gd name="connsiteX72" fmla="*/ 1884716 w 4114800"/>
              <a:gd name="connsiteY72" fmla="*/ 1019655 h 1417649"/>
              <a:gd name="connsiteX73" fmla="*/ 1911030 w 4114800"/>
              <a:gd name="connsiteY73" fmla="*/ 1006498 h 1417649"/>
              <a:gd name="connsiteX74" fmla="*/ 1953790 w 4114800"/>
              <a:gd name="connsiteY74" fmla="*/ 980184 h 1417649"/>
              <a:gd name="connsiteX75" fmla="*/ 2006417 w 4114800"/>
              <a:gd name="connsiteY75" fmla="*/ 960449 h 1417649"/>
              <a:gd name="connsiteX76" fmla="*/ 2049177 w 4114800"/>
              <a:gd name="connsiteY76" fmla="*/ 986763 h 1417649"/>
              <a:gd name="connsiteX77" fmla="*/ 2088647 w 4114800"/>
              <a:gd name="connsiteY77" fmla="*/ 999920 h 1417649"/>
              <a:gd name="connsiteX78" fmla="*/ 2118250 w 4114800"/>
              <a:gd name="connsiteY78" fmla="*/ 1019655 h 1417649"/>
              <a:gd name="connsiteX79" fmla="*/ 2124829 w 4114800"/>
              <a:gd name="connsiteY79" fmla="*/ 1029523 h 1417649"/>
              <a:gd name="connsiteX80" fmla="*/ 2134696 w 4114800"/>
              <a:gd name="connsiteY80" fmla="*/ 1036101 h 1417649"/>
              <a:gd name="connsiteX81" fmla="*/ 2144564 w 4114800"/>
              <a:gd name="connsiteY81" fmla="*/ 1045969 h 1417649"/>
              <a:gd name="connsiteX82" fmla="*/ 2144564 w 4114800"/>
              <a:gd name="connsiteY82" fmla="*/ 1045969 h 1417649"/>
              <a:gd name="connsiteX83" fmla="*/ 2190613 w 4114800"/>
              <a:gd name="connsiteY83" fmla="*/ 1134777 h 1417649"/>
              <a:gd name="connsiteX84" fmla="*/ 2305735 w 4114800"/>
              <a:gd name="connsiteY84" fmla="*/ 1203851 h 1417649"/>
              <a:gd name="connsiteX85" fmla="*/ 2345206 w 4114800"/>
              <a:gd name="connsiteY85" fmla="*/ 1223586 h 1417649"/>
              <a:gd name="connsiteX86" fmla="*/ 2414279 w 4114800"/>
              <a:gd name="connsiteY86" fmla="*/ 1230164 h 1417649"/>
              <a:gd name="connsiteX87" fmla="*/ 2460328 w 4114800"/>
              <a:gd name="connsiteY87" fmla="*/ 1233453 h 1417649"/>
              <a:gd name="connsiteX88" fmla="*/ 2489931 w 4114800"/>
              <a:gd name="connsiteY88" fmla="*/ 1236743 h 1417649"/>
              <a:gd name="connsiteX89" fmla="*/ 2516244 w 4114800"/>
              <a:gd name="connsiteY89" fmla="*/ 1269635 h 1417649"/>
              <a:gd name="connsiteX90" fmla="*/ 2539269 w 4114800"/>
              <a:gd name="connsiteY90" fmla="*/ 1341997 h 1417649"/>
              <a:gd name="connsiteX91" fmla="*/ 2565583 w 4114800"/>
              <a:gd name="connsiteY91" fmla="*/ 1371600 h 1417649"/>
              <a:gd name="connsiteX92" fmla="*/ 2605053 w 4114800"/>
              <a:gd name="connsiteY92" fmla="*/ 1384757 h 1417649"/>
              <a:gd name="connsiteX93" fmla="*/ 2644524 w 4114800"/>
              <a:gd name="connsiteY93" fmla="*/ 1384757 h 1417649"/>
              <a:gd name="connsiteX94" fmla="*/ 2733332 w 4114800"/>
              <a:gd name="connsiteY94" fmla="*/ 1371600 h 1417649"/>
              <a:gd name="connsiteX95" fmla="*/ 2769514 w 4114800"/>
              <a:gd name="connsiteY95" fmla="*/ 1417649 h 1417649"/>
              <a:gd name="connsiteX96" fmla="*/ 2871479 w 4114800"/>
              <a:gd name="connsiteY96" fmla="*/ 1384757 h 1417649"/>
              <a:gd name="connsiteX97" fmla="*/ 2878057 w 4114800"/>
              <a:gd name="connsiteY97" fmla="*/ 1292659 h 1417649"/>
              <a:gd name="connsiteX98" fmla="*/ 2894503 w 4114800"/>
              <a:gd name="connsiteY98" fmla="*/ 1266346 h 1417649"/>
              <a:gd name="connsiteX99" fmla="*/ 2956998 w 4114800"/>
              <a:gd name="connsiteY99" fmla="*/ 1177537 h 1417649"/>
              <a:gd name="connsiteX100" fmla="*/ 3009626 w 4114800"/>
              <a:gd name="connsiteY100" fmla="*/ 1151223 h 1417649"/>
              <a:gd name="connsiteX101" fmla="*/ 3062253 w 4114800"/>
              <a:gd name="connsiteY101" fmla="*/ 1164380 h 1417649"/>
              <a:gd name="connsiteX102" fmla="*/ 3078699 w 4114800"/>
              <a:gd name="connsiteY102" fmla="*/ 1131488 h 1417649"/>
              <a:gd name="connsiteX103" fmla="*/ 3052385 w 4114800"/>
              <a:gd name="connsiteY103" fmla="*/ 1095307 h 1417649"/>
              <a:gd name="connsiteX104" fmla="*/ 3029361 w 4114800"/>
              <a:gd name="connsiteY104" fmla="*/ 1065704 h 1417649"/>
              <a:gd name="connsiteX105" fmla="*/ 3016204 w 4114800"/>
              <a:gd name="connsiteY105" fmla="*/ 1029523 h 1417649"/>
              <a:gd name="connsiteX106" fmla="*/ 3012915 w 4114800"/>
              <a:gd name="connsiteY106" fmla="*/ 1009787 h 1417649"/>
              <a:gd name="connsiteX107" fmla="*/ 3026072 w 4114800"/>
              <a:gd name="connsiteY107" fmla="*/ 983474 h 1417649"/>
              <a:gd name="connsiteX108" fmla="*/ 3052385 w 4114800"/>
              <a:gd name="connsiteY108" fmla="*/ 976895 h 1417649"/>
              <a:gd name="connsiteX109" fmla="*/ 3220135 w 4114800"/>
              <a:gd name="connsiteY109" fmla="*/ 1101885 h 1417649"/>
              <a:gd name="connsiteX110" fmla="*/ 3331968 w 4114800"/>
              <a:gd name="connsiteY110" fmla="*/ 1131488 h 1417649"/>
              <a:gd name="connsiteX111" fmla="*/ 3368150 w 4114800"/>
              <a:gd name="connsiteY111" fmla="*/ 1131488 h 1417649"/>
              <a:gd name="connsiteX112" fmla="*/ 3378017 w 4114800"/>
              <a:gd name="connsiteY112" fmla="*/ 1095307 h 1417649"/>
              <a:gd name="connsiteX113" fmla="*/ 3374728 w 4114800"/>
              <a:gd name="connsiteY113" fmla="*/ 1059125 h 1417649"/>
              <a:gd name="connsiteX114" fmla="*/ 3378017 w 4114800"/>
              <a:gd name="connsiteY114" fmla="*/ 983474 h 1417649"/>
              <a:gd name="connsiteX115" fmla="*/ 3404331 w 4114800"/>
              <a:gd name="connsiteY115" fmla="*/ 953871 h 1417649"/>
              <a:gd name="connsiteX116" fmla="*/ 3427355 w 4114800"/>
              <a:gd name="connsiteY116" fmla="*/ 944003 h 1417649"/>
              <a:gd name="connsiteX117" fmla="*/ 3460247 w 4114800"/>
              <a:gd name="connsiteY117" fmla="*/ 950582 h 1417649"/>
              <a:gd name="connsiteX118" fmla="*/ 3476693 w 4114800"/>
              <a:gd name="connsiteY118" fmla="*/ 970317 h 1417649"/>
              <a:gd name="connsiteX119" fmla="*/ 3486561 w 4114800"/>
              <a:gd name="connsiteY119" fmla="*/ 986763 h 1417649"/>
              <a:gd name="connsiteX120" fmla="*/ 3503007 w 4114800"/>
              <a:gd name="connsiteY120" fmla="*/ 1022944 h 1417649"/>
              <a:gd name="connsiteX121" fmla="*/ 3529321 w 4114800"/>
              <a:gd name="connsiteY121" fmla="*/ 1049258 h 1417649"/>
              <a:gd name="connsiteX122" fmla="*/ 3575370 w 4114800"/>
              <a:gd name="connsiteY122" fmla="*/ 1062415 h 1417649"/>
              <a:gd name="connsiteX123" fmla="*/ 3641154 w 4114800"/>
              <a:gd name="connsiteY123" fmla="*/ 1049258 h 1417649"/>
              <a:gd name="connsiteX124" fmla="*/ 3654311 w 4114800"/>
              <a:gd name="connsiteY124" fmla="*/ 1003209 h 1417649"/>
              <a:gd name="connsiteX125" fmla="*/ 3651021 w 4114800"/>
              <a:gd name="connsiteY125" fmla="*/ 944003 h 1417649"/>
              <a:gd name="connsiteX126" fmla="*/ 3651021 w 4114800"/>
              <a:gd name="connsiteY126" fmla="*/ 944003 h 1417649"/>
              <a:gd name="connsiteX127" fmla="*/ 3651021 w 4114800"/>
              <a:gd name="connsiteY127" fmla="*/ 917689 h 1417649"/>
              <a:gd name="connsiteX128" fmla="*/ 3697070 w 4114800"/>
              <a:gd name="connsiteY128" fmla="*/ 917689 h 1417649"/>
              <a:gd name="connsiteX129" fmla="*/ 3716806 w 4114800"/>
              <a:gd name="connsiteY129" fmla="*/ 947292 h 1417649"/>
              <a:gd name="connsiteX130" fmla="*/ 3752987 w 4114800"/>
              <a:gd name="connsiteY130" fmla="*/ 1029523 h 1417649"/>
              <a:gd name="connsiteX131" fmla="*/ 3776011 w 4114800"/>
              <a:gd name="connsiteY131" fmla="*/ 1065704 h 1417649"/>
              <a:gd name="connsiteX132" fmla="*/ 3808903 w 4114800"/>
              <a:gd name="connsiteY132" fmla="*/ 1108464 h 1417649"/>
              <a:gd name="connsiteX133" fmla="*/ 3822060 w 4114800"/>
              <a:gd name="connsiteY133" fmla="*/ 1134777 h 1417649"/>
              <a:gd name="connsiteX134" fmla="*/ 3828639 w 4114800"/>
              <a:gd name="connsiteY134" fmla="*/ 1141356 h 1417649"/>
              <a:gd name="connsiteX135" fmla="*/ 3877977 w 4114800"/>
              <a:gd name="connsiteY135" fmla="*/ 1187405 h 1417649"/>
              <a:gd name="connsiteX136" fmla="*/ 3910869 w 4114800"/>
              <a:gd name="connsiteY136" fmla="*/ 1157802 h 1417649"/>
              <a:gd name="connsiteX137" fmla="*/ 3943761 w 4114800"/>
              <a:gd name="connsiteY137" fmla="*/ 1049258 h 1417649"/>
              <a:gd name="connsiteX138" fmla="*/ 3976653 w 4114800"/>
              <a:gd name="connsiteY138" fmla="*/ 1045969 h 1417649"/>
              <a:gd name="connsiteX139" fmla="*/ 4002967 w 4114800"/>
              <a:gd name="connsiteY139" fmla="*/ 1088728 h 1417649"/>
              <a:gd name="connsiteX140" fmla="*/ 4022702 w 4114800"/>
              <a:gd name="connsiteY140" fmla="*/ 1118331 h 1417649"/>
              <a:gd name="connsiteX141" fmla="*/ 4075329 w 4114800"/>
              <a:gd name="connsiteY141" fmla="*/ 1115042 h 1417649"/>
              <a:gd name="connsiteX142" fmla="*/ 4081908 w 4114800"/>
              <a:gd name="connsiteY142" fmla="*/ 1078861 h 1417649"/>
              <a:gd name="connsiteX143" fmla="*/ 4085197 w 4114800"/>
              <a:gd name="connsiteY143" fmla="*/ 1068993 h 1417649"/>
              <a:gd name="connsiteX144" fmla="*/ 4114800 w 4114800"/>
              <a:gd name="connsiteY144" fmla="*/ 1039390 h 1417649"/>
              <a:gd name="connsiteX0" fmla="*/ 0 w 4134536"/>
              <a:gd name="connsiteY0" fmla="*/ 457200 h 1417649"/>
              <a:gd name="connsiteX1" fmla="*/ 0 w 4134536"/>
              <a:gd name="connsiteY1" fmla="*/ 457200 h 1417649"/>
              <a:gd name="connsiteX2" fmla="*/ 55916 w 4134536"/>
              <a:gd name="connsiteY2" fmla="*/ 424308 h 1417649"/>
              <a:gd name="connsiteX3" fmla="*/ 69073 w 4134536"/>
              <a:gd name="connsiteY3" fmla="*/ 394705 h 1417649"/>
              <a:gd name="connsiteX4" fmla="*/ 19735 w 4134536"/>
              <a:gd name="connsiteY4" fmla="*/ 342078 h 1417649"/>
              <a:gd name="connsiteX5" fmla="*/ 0 w 4134536"/>
              <a:gd name="connsiteY5" fmla="*/ 296029 h 1417649"/>
              <a:gd name="connsiteX6" fmla="*/ 55916 w 4134536"/>
              <a:gd name="connsiteY6" fmla="*/ 259848 h 1417649"/>
              <a:gd name="connsiteX7" fmla="*/ 82230 w 4134536"/>
              <a:gd name="connsiteY7" fmla="*/ 273005 h 1417649"/>
              <a:gd name="connsiteX8" fmla="*/ 131568 w 4134536"/>
              <a:gd name="connsiteY8" fmla="*/ 312475 h 1417649"/>
              <a:gd name="connsiteX9" fmla="*/ 171039 w 4134536"/>
              <a:gd name="connsiteY9" fmla="*/ 312475 h 1417649"/>
              <a:gd name="connsiteX10" fmla="*/ 197352 w 4134536"/>
              <a:gd name="connsiteY10" fmla="*/ 273005 h 1417649"/>
              <a:gd name="connsiteX11" fmla="*/ 197352 w 4134536"/>
              <a:gd name="connsiteY11" fmla="*/ 190774 h 1417649"/>
              <a:gd name="connsiteX12" fmla="*/ 197352 w 4134536"/>
              <a:gd name="connsiteY12" fmla="*/ 190774 h 1417649"/>
              <a:gd name="connsiteX13" fmla="*/ 279583 w 4134536"/>
              <a:gd name="connsiteY13" fmla="*/ 177617 h 1417649"/>
              <a:gd name="connsiteX14" fmla="*/ 315764 w 4134536"/>
              <a:gd name="connsiteY14" fmla="*/ 164461 h 1417649"/>
              <a:gd name="connsiteX15" fmla="*/ 328921 w 4134536"/>
              <a:gd name="connsiteY15" fmla="*/ 161171 h 1417649"/>
              <a:gd name="connsiteX16" fmla="*/ 345367 w 4134536"/>
              <a:gd name="connsiteY16" fmla="*/ 151304 h 1417649"/>
              <a:gd name="connsiteX17" fmla="*/ 378259 w 4134536"/>
              <a:gd name="connsiteY17" fmla="*/ 121701 h 1417649"/>
              <a:gd name="connsiteX18" fmla="*/ 397994 w 4134536"/>
              <a:gd name="connsiteY18" fmla="*/ 65784 h 1417649"/>
              <a:gd name="connsiteX19" fmla="*/ 397994 w 4134536"/>
              <a:gd name="connsiteY19" fmla="*/ 16446 h 1417649"/>
              <a:gd name="connsiteX20" fmla="*/ 480224 w 4134536"/>
              <a:gd name="connsiteY20" fmla="*/ 0 h 1417649"/>
              <a:gd name="connsiteX21" fmla="*/ 513116 w 4134536"/>
              <a:gd name="connsiteY21" fmla="*/ 3289 h 1417649"/>
              <a:gd name="connsiteX22" fmla="*/ 588768 w 4134536"/>
              <a:gd name="connsiteY22" fmla="*/ 3289 h 1417649"/>
              <a:gd name="connsiteX23" fmla="*/ 624950 w 4134536"/>
              <a:gd name="connsiteY23" fmla="*/ 23025 h 1417649"/>
              <a:gd name="connsiteX24" fmla="*/ 680866 w 4134536"/>
              <a:gd name="connsiteY24" fmla="*/ 52628 h 1417649"/>
              <a:gd name="connsiteX25" fmla="*/ 697312 w 4134536"/>
              <a:gd name="connsiteY25" fmla="*/ 75652 h 1417649"/>
              <a:gd name="connsiteX26" fmla="*/ 710469 w 4134536"/>
              <a:gd name="connsiteY26" fmla="*/ 148015 h 1417649"/>
              <a:gd name="connsiteX27" fmla="*/ 749939 w 4134536"/>
              <a:gd name="connsiteY27" fmla="*/ 164461 h 1417649"/>
              <a:gd name="connsiteX28" fmla="*/ 789410 w 4134536"/>
              <a:gd name="connsiteY28" fmla="*/ 108544 h 1417649"/>
              <a:gd name="connsiteX29" fmla="*/ 845326 w 4134536"/>
              <a:gd name="connsiteY29" fmla="*/ 82230 h 1417649"/>
              <a:gd name="connsiteX30" fmla="*/ 861773 w 4134536"/>
              <a:gd name="connsiteY30" fmla="*/ 101966 h 1417649"/>
              <a:gd name="connsiteX31" fmla="*/ 920978 w 4134536"/>
              <a:gd name="connsiteY31" fmla="*/ 98676 h 1417649"/>
              <a:gd name="connsiteX32" fmla="*/ 967027 w 4134536"/>
              <a:gd name="connsiteY32" fmla="*/ 98676 h 1417649"/>
              <a:gd name="connsiteX33" fmla="*/ 973606 w 4134536"/>
              <a:gd name="connsiteY33" fmla="*/ 197353 h 1417649"/>
              <a:gd name="connsiteX34" fmla="*/ 1013076 w 4134536"/>
              <a:gd name="connsiteY34" fmla="*/ 240112 h 1417649"/>
              <a:gd name="connsiteX35" fmla="*/ 1055836 w 4134536"/>
              <a:gd name="connsiteY35" fmla="*/ 240112 h 1417649"/>
              <a:gd name="connsiteX36" fmla="*/ 1144644 w 4134536"/>
              <a:gd name="connsiteY36" fmla="*/ 226956 h 1417649"/>
              <a:gd name="connsiteX37" fmla="*/ 1193983 w 4134536"/>
              <a:gd name="connsiteY37" fmla="*/ 210510 h 1417649"/>
              <a:gd name="connsiteX38" fmla="*/ 1233453 w 4134536"/>
              <a:gd name="connsiteY38" fmla="*/ 194064 h 1417649"/>
              <a:gd name="connsiteX39" fmla="*/ 1256478 w 4134536"/>
              <a:gd name="connsiteY39" fmla="*/ 220377 h 1417649"/>
              <a:gd name="connsiteX40" fmla="*/ 1266345 w 4134536"/>
              <a:gd name="connsiteY40" fmla="*/ 236823 h 1417649"/>
              <a:gd name="connsiteX41" fmla="*/ 1276213 w 4134536"/>
              <a:gd name="connsiteY41" fmla="*/ 249980 h 1417649"/>
              <a:gd name="connsiteX42" fmla="*/ 1279502 w 4134536"/>
              <a:gd name="connsiteY42" fmla="*/ 259848 h 1417649"/>
              <a:gd name="connsiteX43" fmla="*/ 1289370 w 4134536"/>
              <a:gd name="connsiteY43" fmla="*/ 269715 h 1417649"/>
              <a:gd name="connsiteX44" fmla="*/ 1295948 w 4134536"/>
              <a:gd name="connsiteY44" fmla="*/ 302607 h 1417649"/>
              <a:gd name="connsiteX45" fmla="*/ 1345286 w 4134536"/>
              <a:gd name="connsiteY45" fmla="*/ 348656 h 1417649"/>
              <a:gd name="connsiteX46" fmla="*/ 1414360 w 4134536"/>
              <a:gd name="connsiteY46" fmla="*/ 361813 h 1417649"/>
              <a:gd name="connsiteX47" fmla="*/ 1447252 w 4134536"/>
              <a:gd name="connsiteY47" fmla="*/ 361813 h 1417649"/>
              <a:gd name="connsiteX48" fmla="*/ 1424227 w 4134536"/>
              <a:gd name="connsiteY48" fmla="*/ 444043 h 1417649"/>
              <a:gd name="connsiteX49" fmla="*/ 1440673 w 4134536"/>
              <a:gd name="connsiteY49" fmla="*/ 486803 h 1417649"/>
              <a:gd name="connsiteX50" fmla="*/ 1476855 w 4134536"/>
              <a:gd name="connsiteY50" fmla="*/ 483514 h 1417649"/>
              <a:gd name="connsiteX51" fmla="*/ 1522903 w 4134536"/>
              <a:gd name="connsiteY51" fmla="*/ 430887 h 1417649"/>
              <a:gd name="connsiteX52" fmla="*/ 1575531 w 4134536"/>
              <a:gd name="connsiteY52" fmla="*/ 401284 h 1417649"/>
              <a:gd name="connsiteX53" fmla="*/ 1591977 w 4134536"/>
              <a:gd name="connsiteY53" fmla="*/ 427597 h 1417649"/>
              <a:gd name="connsiteX54" fmla="*/ 1618291 w 4134536"/>
              <a:gd name="connsiteY54" fmla="*/ 460489 h 1417649"/>
              <a:gd name="connsiteX55" fmla="*/ 1621580 w 4134536"/>
              <a:gd name="connsiteY55" fmla="*/ 536141 h 1417649"/>
              <a:gd name="connsiteX56" fmla="*/ 1647893 w 4134536"/>
              <a:gd name="connsiteY56" fmla="*/ 562455 h 1417649"/>
              <a:gd name="connsiteX57" fmla="*/ 1753148 w 4134536"/>
              <a:gd name="connsiteY57" fmla="*/ 608504 h 1417649"/>
              <a:gd name="connsiteX58" fmla="*/ 1818932 w 4134536"/>
              <a:gd name="connsiteY58" fmla="*/ 624950 h 1417649"/>
              <a:gd name="connsiteX59" fmla="*/ 1818932 w 4134536"/>
              <a:gd name="connsiteY59" fmla="*/ 674288 h 1417649"/>
              <a:gd name="connsiteX60" fmla="*/ 1822221 w 4134536"/>
              <a:gd name="connsiteY60" fmla="*/ 710469 h 1417649"/>
              <a:gd name="connsiteX61" fmla="*/ 1786040 w 4134536"/>
              <a:gd name="connsiteY61" fmla="*/ 743361 h 1417649"/>
              <a:gd name="connsiteX62" fmla="*/ 1743280 w 4134536"/>
              <a:gd name="connsiteY62" fmla="*/ 756518 h 1417649"/>
              <a:gd name="connsiteX63" fmla="*/ 1693942 w 4134536"/>
              <a:gd name="connsiteY63" fmla="*/ 769675 h 1417649"/>
              <a:gd name="connsiteX64" fmla="*/ 1693942 w 4134536"/>
              <a:gd name="connsiteY64" fmla="*/ 819013 h 1417649"/>
              <a:gd name="connsiteX65" fmla="*/ 1726834 w 4134536"/>
              <a:gd name="connsiteY65" fmla="*/ 838748 h 1417649"/>
              <a:gd name="connsiteX66" fmla="*/ 1756437 w 4134536"/>
              <a:gd name="connsiteY66" fmla="*/ 838748 h 1417649"/>
              <a:gd name="connsiteX67" fmla="*/ 1832089 w 4134536"/>
              <a:gd name="connsiteY67" fmla="*/ 838748 h 1417649"/>
              <a:gd name="connsiteX68" fmla="*/ 1864981 w 4134536"/>
              <a:gd name="connsiteY68" fmla="*/ 858484 h 1417649"/>
              <a:gd name="connsiteX69" fmla="*/ 1871560 w 4134536"/>
              <a:gd name="connsiteY69" fmla="*/ 901243 h 1417649"/>
              <a:gd name="connsiteX70" fmla="*/ 1848535 w 4134536"/>
              <a:gd name="connsiteY70" fmla="*/ 950582 h 1417649"/>
              <a:gd name="connsiteX71" fmla="*/ 1845246 w 4134536"/>
              <a:gd name="connsiteY71" fmla="*/ 990052 h 1417649"/>
              <a:gd name="connsiteX72" fmla="*/ 1884716 w 4134536"/>
              <a:gd name="connsiteY72" fmla="*/ 1019655 h 1417649"/>
              <a:gd name="connsiteX73" fmla="*/ 1911030 w 4134536"/>
              <a:gd name="connsiteY73" fmla="*/ 1006498 h 1417649"/>
              <a:gd name="connsiteX74" fmla="*/ 1953790 w 4134536"/>
              <a:gd name="connsiteY74" fmla="*/ 980184 h 1417649"/>
              <a:gd name="connsiteX75" fmla="*/ 2006417 w 4134536"/>
              <a:gd name="connsiteY75" fmla="*/ 960449 h 1417649"/>
              <a:gd name="connsiteX76" fmla="*/ 2049177 w 4134536"/>
              <a:gd name="connsiteY76" fmla="*/ 986763 h 1417649"/>
              <a:gd name="connsiteX77" fmla="*/ 2088647 w 4134536"/>
              <a:gd name="connsiteY77" fmla="*/ 999920 h 1417649"/>
              <a:gd name="connsiteX78" fmla="*/ 2118250 w 4134536"/>
              <a:gd name="connsiteY78" fmla="*/ 1019655 h 1417649"/>
              <a:gd name="connsiteX79" fmla="*/ 2124829 w 4134536"/>
              <a:gd name="connsiteY79" fmla="*/ 1029523 h 1417649"/>
              <a:gd name="connsiteX80" fmla="*/ 2134696 w 4134536"/>
              <a:gd name="connsiteY80" fmla="*/ 1036101 h 1417649"/>
              <a:gd name="connsiteX81" fmla="*/ 2144564 w 4134536"/>
              <a:gd name="connsiteY81" fmla="*/ 1045969 h 1417649"/>
              <a:gd name="connsiteX82" fmla="*/ 2144564 w 4134536"/>
              <a:gd name="connsiteY82" fmla="*/ 1045969 h 1417649"/>
              <a:gd name="connsiteX83" fmla="*/ 2190613 w 4134536"/>
              <a:gd name="connsiteY83" fmla="*/ 1134777 h 1417649"/>
              <a:gd name="connsiteX84" fmla="*/ 2305735 w 4134536"/>
              <a:gd name="connsiteY84" fmla="*/ 1203851 h 1417649"/>
              <a:gd name="connsiteX85" fmla="*/ 2345206 w 4134536"/>
              <a:gd name="connsiteY85" fmla="*/ 1223586 h 1417649"/>
              <a:gd name="connsiteX86" fmla="*/ 2414279 w 4134536"/>
              <a:gd name="connsiteY86" fmla="*/ 1230164 h 1417649"/>
              <a:gd name="connsiteX87" fmla="*/ 2460328 w 4134536"/>
              <a:gd name="connsiteY87" fmla="*/ 1233453 h 1417649"/>
              <a:gd name="connsiteX88" fmla="*/ 2489931 w 4134536"/>
              <a:gd name="connsiteY88" fmla="*/ 1236743 h 1417649"/>
              <a:gd name="connsiteX89" fmla="*/ 2516244 w 4134536"/>
              <a:gd name="connsiteY89" fmla="*/ 1269635 h 1417649"/>
              <a:gd name="connsiteX90" fmla="*/ 2539269 w 4134536"/>
              <a:gd name="connsiteY90" fmla="*/ 1341997 h 1417649"/>
              <a:gd name="connsiteX91" fmla="*/ 2565583 w 4134536"/>
              <a:gd name="connsiteY91" fmla="*/ 1371600 h 1417649"/>
              <a:gd name="connsiteX92" fmla="*/ 2605053 w 4134536"/>
              <a:gd name="connsiteY92" fmla="*/ 1384757 h 1417649"/>
              <a:gd name="connsiteX93" fmla="*/ 2644524 w 4134536"/>
              <a:gd name="connsiteY93" fmla="*/ 1384757 h 1417649"/>
              <a:gd name="connsiteX94" fmla="*/ 2733332 w 4134536"/>
              <a:gd name="connsiteY94" fmla="*/ 1371600 h 1417649"/>
              <a:gd name="connsiteX95" fmla="*/ 2769514 w 4134536"/>
              <a:gd name="connsiteY95" fmla="*/ 1417649 h 1417649"/>
              <a:gd name="connsiteX96" fmla="*/ 2871479 w 4134536"/>
              <a:gd name="connsiteY96" fmla="*/ 1384757 h 1417649"/>
              <a:gd name="connsiteX97" fmla="*/ 2878057 w 4134536"/>
              <a:gd name="connsiteY97" fmla="*/ 1292659 h 1417649"/>
              <a:gd name="connsiteX98" fmla="*/ 2894503 w 4134536"/>
              <a:gd name="connsiteY98" fmla="*/ 1266346 h 1417649"/>
              <a:gd name="connsiteX99" fmla="*/ 2956998 w 4134536"/>
              <a:gd name="connsiteY99" fmla="*/ 1177537 h 1417649"/>
              <a:gd name="connsiteX100" fmla="*/ 3009626 w 4134536"/>
              <a:gd name="connsiteY100" fmla="*/ 1151223 h 1417649"/>
              <a:gd name="connsiteX101" fmla="*/ 3062253 w 4134536"/>
              <a:gd name="connsiteY101" fmla="*/ 1164380 h 1417649"/>
              <a:gd name="connsiteX102" fmla="*/ 3078699 w 4134536"/>
              <a:gd name="connsiteY102" fmla="*/ 1131488 h 1417649"/>
              <a:gd name="connsiteX103" fmla="*/ 3052385 w 4134536"/>
              <a:gd name="connsiteY103" fmla="*/ 1095307 h 1417649"/>
              <a:gd name="connsiteX104" fmla="*/ 3029361 w 4134536"/>
              <a:gd name="connsiteY104" fmla="*/ 1065704 h 1417649"/>
              <a:gd name="connsiteX105" fmla="*/ 3016204 w 4134536"/>
              <a:gd name="connsiteY105" fmla="*/ 1029523 h 1417649"/>
              <a:gd name="connsiteX106" fmla="*/ 3012915 w 4134536"/>
              <a:gd name="connsiteY106" fmla="*/ 1009787 h 1417649"/>
              <a:gd name="connsiteX107" fmla="*/ 3026072 w 4134536"/>
              <a:gd name="connsiteY107" fmla="*/ 983474 h 1417649"/>
              <a:gd name="connsiteX108" fmla="*/ 3052385 w 4134536"/>
              <a:gd name="connsiteY108" fmla="*/ 976895 h 1417649"/>
              <a:gd name="connsiteX109" fmla="*/ 3220135 w 4134536"/>
              <a:gd name="connsiteY109" fmla="*/ 1101885 h 1417649"/>
              <a:gd name="connsiteX110" fmla="*/ 3331968 w 4134536"/>
              <a:gd name="connsiteY110" fmla="*/ 1131488 h 1417649"/>
              <a:gd name="connsiteX111" fmla="*/ 3368150 w 4134536"/>
              <a:gd name="connsiteY111" fmla="*/ 1131488 h 1417649"/>
              <a:gd name="connsiteX112" fmla="*/ 3378017 w 4134536"/>
              <a:gd name="connsiteY112" fmla="*/ 1095307 h 1417649"/>
              <a:gd name="connsiteX113" fmla="*/ 3374728 w 4134536"/>
              <a:gd name="connsiteY113" fmla="*/ 1059125 h 1417649"/>
              <a:gd name="connsiteX114" fmla="*/ 3378017 w 4134536"/>
              <a:gd name="connsiteY114" fmla="*/ 983474 h 1417649"/>
              <a:gd name="connsiteX115" fmla="*/ 3404331 w 4134536"/>
              <a:gd name="connsiteY115" fmla="*/ 953871 h 1417649"/>
              <a:gd name="connsiteX116" fmla="*/ 3427355 w 4134536"/>
              <a:gd name="connsiteY116" fmla="*/ 944003 h 1417649"/>
              <a:gd name="connsiteX117" fmla="*/ 3460247 w 4134536"/>
              <a:gd name="connsiteY117" fmla="*/ 950582 h 1417649"/>
              <a:gd name="connsiteX118" fmla="*/ 3476693 w 4134536"/>
              <a:gd name="connsiteY118" fmla="*/ 970317 h 1417649"/>
              <a:gd name="connsiteX119" fmla="*/ 3486561 w 4134536"/>
              <a:gd name="connsiteY119" fmla="*/ 986763 h 1417649"/>
              <a:gd name="connsiteX120" fmla="*/ 3503007 w 4134536"/>
              <a:gd name="connsiteY120" fmla="*/ 1022944 h 1417649"/>
              <a:gd name="connsiteX121" fmla="*/ 3529321 w 4134536"/>
              <a:gd name="connsiteY121" fmla="*/ 1049258 h 1417649"/>
              <a:gd name="connsiteX122" fmla="*/ 3575370 w 4134536"/>
              <a:gd name="connsiteY122" fmla="*/ 1062415 h 1417649"/>
              <a:gd name="connsiteX123" fmla="*/ 3641154 w 4134536"/>
              <a:gd name="connsiteY123" fmla="*/ 1049258 h 1417649"/>
              <a:gd name="connsiteX124" fmla="*/ 3654311 w 4134536"/>
              <a:gd name="connsiteY124" fmla="*/ 1003209 h 1417649"/>
              <a:gd name="connsiteX125" fmla="*/ 3651021 w 4134536"/>
              <a:gd name="connsiteY125" fmla="*/ 944003 h 1417649"/>
              <a:gd name="connsiteX126" fmla="*/ 3651021 w 4134536"/>
              <a:gd name="connsiteY126" fmla="*/ 944003 h 1417649"/>
              <a:gd name="connsiteX127" fmla="*/ 3651021 w 4134536"/>
              <a:gd name="connsiteY127" fmla="*/ 917689 h 1417649"/>
              <a:gd name="connsiteX128" fmla="*/ 3697070 w 4134536"/>
              <a:gd name="connsiteY128" fmla="*/ 917689 h 1417649"/>
              <a:gd name="connsiteX129" fmla="*/ 3716806 w 4134536"/>
              <a:gd name="connsiteY129" fmla="*/ 947292 h 1417649"/>
              <a:gd name="connsiteX130" fmla="*/ 3752987 w 4134536"/>
              <a:gd name="connsiteY130" fmla="*/ 1029523 h 1417649"/>
              <a:gd name="connsiteX131" fmla="*/ 3776011 w 4134536"/>
              <a:gd name="connsiteY131" fmla="*/ 1065704 h 1417649"/>
              <a:gd name="connsiteX132" fmla="*/ 3808903 w 4134536"/>
              <a:gd name="connsiteY132" fmla="*/ 1108464 h 1417649"/>
              <a:gd name="connsiteX133" fmla="*/ 3822060 w 4134536"/>
              <a:gd name="connsiteY133" fmla="*/ 1134777 h 1417649"/>
              <a:gd name="connsiteX134" fmla="*/ 3828639 w 4134536"/>
              <a:gd name="connsiteY134" fmla="*/ 1141356 h 1417649"/>
              <a:gd name="connsiteX135" fmla="*/ 3877977 w 4134536"/>
              <a:gd name="connsiteY135" fmla="*/ 1187405 h 1417649"/>
              <a:gd name="connsiteX136" fmla="*/ 3910869 w 4134536"/>
              <a:gd name="connsiteY136" fmla="*/ 1157802 h 1417649"/>
              <a:gd name="connsiteX137" fmla="*/ 3943761 w 4134536"/>
              <a:gd name="connsiteY137" fmla="*/ 1049258 h 1417649"/>
              <a:gd name="connsiteX138" fmla="*/ 3976653 w 4134536"/>
              <a:gd name="connsiteY138" fmla="*/ 1045969 h 1417649"/>
              <a:gd name="connsiteX139" fmla="*/ 4002967 w 4134536"/>
              <a:gd name="connsiteY139" fmla="*/ 1088728 h 1417649"/>
              <a:gd name="connsiteX140" fmla="*/ 4022702 w 4134536"/>
              <a:gd name="connsiteY140" fmla="*/ 1118331 h 1417649"/>
              <a:gd name="connsiteX141" fmla="*/ 4075329 w 4134536"/>
              <a:gd name="connsiteY141" fmla="*/ 1115042 h 1417649"/>
              <a:gd name="connsiteX142" fmla="*/ 4081908 w 4134536"/>
              <a:gd name="connsiteY142" fmla="*/ 1078861 h 1417649"/>
              <a:gd name="connsiteX143" fmla="*/ 4085197 w 4134536"/>
              <a:gd name="connsiteY143" fmla="*/ 1068993 h 1417649"/>
              <a:gd name="connsiteX144" fmla="*/ 4134536 w 4134536"/>
              <a:gd name="connsiteY144" fmla="*/ 1009787 h 1417649"/>
              <a:gd name="connsiteX0" fmla="*/ 0 w 4129384"/>
              <a:gd name="connsiteY0" fmla="*/ 457200 h 1417649"/>
              <a:gd name="connsiteX1" fmla="*/ 0 w 4129384"/>
              <a:gd name="connsiteY1" fmla="*/ 457200 h 1417649"/>
              <a:gd name="connsiteX2" fmla="*/ 55916 w 4129384"/>
              <a:gd name="connsiteY2" fmla="*/ 424308 h 1417649"/>
              <a:gd name="connsiteX3" fmla="*/ 69073 w 4129384"/>
              <a:gd name="connsiteY3" fmla="*/ 394705 h 1417649"/>
              <a:gd name="connsiteX4" fmla="*/ 19735 w 4129384"/>
              <a:gd name="connsiteY4" fmla="*/ 342078 h 1417649"/>
              <a:gd name="connsiteX5" fmla="*/ 0 w 4129384"/>
              <a:gd name="connsiteY5" fmla="*/ 296029 h 1417649"/>
              <a:gd name="connsiteX6" fmla="*/ 55916 w 4129384"/>
              <a:gd name="connsiteY6" fmla="*/ 259848 h 1417649"/>
              <a:gd name="connsiteX7" fmla="*/ 82230 w 4129384"/>
              <a:gd name="connsiteY7" fmla="*/ 273005 h 1417649"/>
              <a:gd name="connsiteX8" fmla="*/ 131568 w 4129384"/>
              <a:gd name="connsiteY8" fmla="*/ 312475 h 1417649"/>
              <a:gd name="connsiteX9" fmla="*/ 171039 w 4129384"/>
              <a:gd name="connsiteY9" fmla="*/ 312475 h 1417649"/>
              <a:gd name="connsiteX10" fmla="*/ 197352 w 4129384"/>
              <a:gd name="connsiteY10" fmla="*/ 273005 h 1417649"/>
              <a:gd name="connsiteX11" fmla="*/ 197352 w 4129384"/>
              <a:gd name="connsiteY11" fmla="*/ 190774 h 1417649"/>
              <a:gd name="connsiteX12" fmla="*/ 197352 w 4129384"/>
              <a:gd name="connsiteY12" fmla="*/ 190774 h 1417649"/>
              <a:gd name="connsiteX13" fmla="*/ 279583 w 4129384"/>
              <a:gd name="connsiteY13" fmla="*/ 177617 h 1417649"/>
              <a:gd name="connsiteX14" fmla="*/ 315764 w 4129384"/>
              <a:gd name="connsiteY14" fmla="*/ 164461 h 1417649"/>
              <a:gd name="connsiteX15" fmla="*/ 328921 w 4129384"/>
              <a:gd name="connsiteY15" fmla="*/ 161171 h 1417649"/>
              <a:gd name="connsiteX16" fmla="*/ 345367 w 4129384"/>
              <a:gd name="connsiteY16" fmla="*/ 151304 h 1417649"/>
              <a:gd name="connsiteX17" fmla="*/ 378259 w 4129384"/>
              <a:gd name="connsiteY17" fmla="*/ 121701 h 1417649"/>
              <a:gd name="connsiteX18" fmla="*/ 397994 w 4129384"/>
              <a:gd name="connsiteY18" fmla="*/ 65784 h 1417649"/>
              <a:gd name="connsiteX19" fmla="*/ 397994 w 4129384"/>
              <a:gd name="connsiteY19" fmla="*/ 16446 h 1417649"/>
              <a:gd name="connsiteX20" fmla="*/ 480224 w 4129384"/>
              <a:gd name="connsiteY20" fmla="*/ 0 h 1417649"/>
              <a:gd name="connsiteX21" fmla="*/ 513116 w 4129384"/>
              <a:gd name="connsiteY21" fmla="*/ 3289 h 1417649"/>
              <a:gd name="connsiteX22" fmla="*/ 588768 w 4129384"/>
              <a:gd name="connsiteY22" fmla="*/ 3289 h 1417649"/>
              <a:gd name="connsiteX23" fmla="*/ 624950 w 4129384"/>
              <a:gd name="connsiteY23" fmla="*/ 23025 h 1417649"/>
              <a:gd name="connsiteX24" fmla="*/ 680866 w 4129384"/>
              <a:gd name="connsiteY24" fmla="*/ 52628 h 1417649"/>
              <a:gd name="connsiteX25" fmla="*/ 697312 w 4129384"/>
              <a:gd name="connsiteY25" fmla="*/ 75652 h 1417649"/>
              <a:gd name="connsiteX26" fmla="*/ 710469 w 4129384"/>
              <a:gd name="connsiteY26" fmla="*/ 148015 h 1417649"/>
              <a:gd name="connsiteX27" fmla="*/ 749939 w 4129384"/>
              <a:gd name="connsiteY27" fmla="*/ 164461 h 1417649"/>
              <a:gd name="connsiteX28" fmla="*/ 789410 w 4129384"/>
              <a:gd name="connsiteY28" fmla="*/ 108544 h 1417649"/>
              <a:gd name="connsiteX29" fmla="*/ 845326 w 4129384"/>
              <a:gd name="connsiteY29" fmla="*/ 82230 h 1417649"/>
              <a:gd name="connsiteX30" fmla="*/ 861773 w 4129384"/>
              <a:gd name="connsiteY30" fmla="*/ 101966 h 1417649"/>
              <a:gd name="connsiteX31" fmla="*/ 920978 w 4129384"/>
              <a:gd name="connsiteY31" fmla="*/ 98676 h 1417649"/>
              <a:gd name="connsiteX32" fmla="*/ 967027 w 4129384"/>
              <a:gd name="connsiteY32" fmla="*/ 98676 h 1417649"/>
              <a:gd name="connsiteX33" fmla="*/ 973606 w 4129384"/>
              <a:gd name="connsiteY33" fmla="*/ 197353 h 1417649"/>
              <a:gd name="connsiteX34" fmla="*/ 1013076 w 4129384"/>
              <a:gd name="connsiteY34" fmla="*/ 240112 h 1417649"/>
              <a:gd name="connsiteX35" fmla="*/ 1055836 w 4129384"/>
              <a:gd name="connsiteY35" fmla="*/ 240112 h 1417649"/>
              <a:gd name="connsiteX36" fmla="*/ 1144644 w 4129384"/>
              <a:gd name="connsiteY36" fmla="*/ 226956 h 1417649"/>
              <a:gd name="connsiteX37" fmla="*/ 1193983 w 4129384"/>
              <a:gd name="connsiteY37" fmla="*/ 210510 h 1417649"/>
              <a:gd name="connsiteX38" fmla="*/ 1233453 w 4129384"/>
              <a:gd name="connsiteY38" fmla="*/ 194064 h 1417649"/>
              <a:gd name="connsiteX39" fmla="*/ 1256478 w 4129384"/>
              <a:gd name="connsiteY39" fmla="*/ 220377 h 1417649"/>
              <a:gd name="connsiteX40" fmla="*/ 1266345 w 4129384"/>
              <a:gd name="connsiteY40" fmla="*/ 236823 h 1417649"/>
              <a:gd name="connsiteX41" fmla="*/ 1276213 w 4129384"/>
              <a:gd name="connsiteY41" fmla="*/ 249980 h 1417649"/>
              <a:gd name="connsiteX42" fmla="*/ 1279502 w 4129384"/>
              <a:gd name="connsiteY42" fmla="*/ 259848 h 1417649"/>
              <a:gd name="connsiteX43" fmla="*/ 1289370 w 4129384"/>
              <a:gd name="connsiteY43" fmla="*/ 269715 h 1417649"/>
              <a:gd name="connsiteX44" fmla="*/ 1295948 w 4129384"/>
              <a:gd name="connsiteY44" fmla="*/ 302607 h 1417649"/>
              <a:gd name="connsiteX45" fmla="*/ 1345286 w 4129384"/>
              <a:gd name="connsiteY45" fmla="*/ 348656 h 1417649"/>
              <a:gd name="connsiteX46" fmla="*/ 1414360 w 4129384"/>
              <a:gd name="connsiteY46" fmla="*/ 361813 h 1417649"/>
              <a:gd name="connsiteX47" fmla="*/ 1447252 w 4129384"/>
              <a:gd name="connsiteY47" fmla="*/ 361813 h 1417649"/>
              <a:gd name="connsiteX48" fmla="*/ 1424227 w 4129384"/>
              <a:gd name="connsiteY48" fmla="*/ 444043 h 1417649"/>
              <a:gd name="connsiteX49" fmla="*/ 1440673 w 4129384"/>
              <a:gd name="connsiteY49" fmla="*/ 486803 h 1417649"/>
              <a:gd name="connsiteX50" fmla="*/ 1476855 w 4129384"/>
              <a:gd name="connsiteY50" fmla="*/ 483514 h 1417649"/>
              <a:gd name="connsiteX51" fmla="*/ 1522903 w 4129384"/>
              <a:gd name="connsiteY51" fmla="*/ 430887 h 1417649"/>
              <a:gd name="connsiteX52" fmla="*/ 1575531 w 4129384"/>
              <a:gd name="connsiteY52" fmla="*/ 401284 h 1417649"/>
              <a:gd name="connsiteX53" fmla="*/ 1591977 w 4129384"/>
              <a:gd name="connsiteY53" fmla="*/ 427597 h 1417649"/>
              <a:gd name="connsiteX54" fmla="*/ 1618291 w 4129384"/>
              <a:gd name="connsiteY54" fmla="*/ 460489 h 1417649"/>
              <a:gd name="connsiteX55" fmla="*/ 1621580 w 4129384"/>
              <a:gd name="connsiteY55" fmla="*/ 536141 h 1417649"/>
              <a:gd name="connsiteX56" fmla="*/ 1647893 w 4129384"/>
              <a:gd name="connsiteY56" fmla="*/ 562455 h 1417649"/>
              <a:gd name="connsiteX57" fmla="*/ 1753148 w 4129384"/>
              <a:gd name="connsiteY57" fmla="*/ 608504 h 1417649"/>
              <a:gd name="connsiteX58" fmla="*/ 1818932 w 4129384"/>
              <a:gd name="connsiteY58" fmla="*/ 624950 h 1417649"/>
              <a:gd name="connsiteX59" fmla="*/ 1818932 w 4129384"/>
              <a:gd name="connsiteY59" fmla="*/ 674288 h 1417649"/>
              <a:gd name="connsiteX60" fmla="*/ 1822221 w 4129384"/>
              <a:gd name="connsiteY60" fmla="*/ 710469 h 1417649"/>
              <a:gd name="connsiteX61" fmla="*/ 1786040 w 4129384"/>
              <a:gd name="connsiteY61" fmla="*/ 743361 h 1417649"/>
              <a:gd name="connsiteX62" fmla="*/ 1743280 w 4129384"/>
              <a:gd name="connsiteY62" fmla="*/ 756518 h 1417649"/>
              <a:gd name="connsiteX63" fmla="*/ 1693942 w 4129384"/>
              <a:gd name="connsiteY63" fmla="*/ 769675 h 1417649"/>
              <a:gd name="connsiteX64" fmla="*/ 1693942 w 4129384"/>
              <a:gd name="connsiteY64" fmla="*/ 819013 h 1417649"/>
              <a:gd name="connsiteX65" fmla="*/ 1726834 w 4129384"/>
              <a:gd name="connsiteY65" fmla="*/ 838748 h 1417649"/>
              <a:gd name="connsiteX66" fmla="*/ 1756437 w 4129384"/>
              <a:gd name="connsiteY66" fmla="*/ 838748 h 1417649"/>
              <a:gd name="connsiteX67" fmla="*/ 1832089 w 4129384"/>
              <a:gd name="connsiteY67" fmla="*/ 838748 h 1417649"/>
              <a:gd name="connsiteX68" fmla="*/ 1864981 w 4129384"/>
              <a:gd name="connsiteY68" fmla="*/ 858484 h 1417649"/>
              <a:gd name="connsiteX69" fmla="*/ 1871560 w 4129384"/>
              <a:gd name="connsiteY69" fmla="*/ 901243 h 1417649"/>
              <a:gd name="connsiteX70" fmla="*/ 1848535 w 4129384"/>
              <a:gd name="connsiteY70" fmla="*/ 950582 h 1417649"/>
              <a:gd name="connsiteX71" fmla="*/ 1845246 w 4129384"/>
              <a:gd name="connsiteY71" fmla="*/ 990052 h 1417649"/>
              <a:gd name="connsiteX72" fmla="*/ 1884716 w 4129384"/>
              <a:gd name="connsiteY72" fmla="*/ 1019655 h 1417649"/>
              <a:gd name="connsiteX73" fmla="*/ 1911030 w 4129384"/>
              <a:gd name="connsiteY73" fmla="*/ 1006498 h 1417649"/>
              <a:gd name="connsiteX74" fmla="*/ 1953790 w 4129384"/>
              <a:gd name="connsiteY74" fmla="*/ 980184 h 1417649"/>
              <a:gd name="connsiteX75" fmla="*/ 2006417 w 4129384"/>
              <a:gd name="connsiteY75" fmla="*/ 960449 h 1417649"/>
              <a:gd name="connsiteX76" fmla="*/ 2049177 w 4129384"/>
              <a:gd name="connsiteY76" fmla="*/ 986763 h 1417649"/>
              <a:gd name="connsiteX77" fmla="*/ 2088647 w 4129384"/>
              <a:gd name="connsiteY77" fmla="*/ 999920 h 1417649"/>
              <a:gd name="connsiteX78" fmla="*/ 2118250 w 4129384"/>
              <a:gd name="connsiteY78" fmla="*/ 1019655 h 1417649"/>
              <a:gd name="connsiteX79" fmla="*/ 2124829 w 4129384"/>
              <a:gd name="connsiteY79" fmla="*/ 1029523 h 1417649"/>
              <a:gd name="connsiteX80" fmla="*/ 2134696 w 4129384"/>
              <a:gd name="connsiteY80" fmla="*/ 1036101 h 1417649"/>
              <a:gd name="connsiteX81" fmla="*/ 2144564 w 4129384"/>
              <a:gd name="connsiteY81" fmla="*/ 1045969 h 1417649"/>
              <a:gd name="connsiteX82" fmla="*/ 2144564 w 4129384"/>
              <a:gd name="connsiteY82" fmla="*/ 1045969 h 1417649"/>
              <a:gd name="connsiteX83" fmla="*/ 2190613 w 4129384"/>
              <a:gd name="connsiteY83" fmla="*/ 1134777 h 1417649"/>
              <a:gd name="connsiteX84" fmla="*/ 2305735 w 4129384"/>
              <a:gd name="connsiteY84" fmla="*/ 1203851 h 1417649"/>
              <a:gd name="connsiteX85" fmla="*/ 2345206 w 4129384"/>
              <a:gd name="connsiteY85" fmla="*/ 1223586 h 1417649"/>
              <a:gd name="connsiteX86" fmla="*/ 2414279 w 4129384"/>
              <a:gd name="connsiteY86" fmla="*/ 1230164 h 1417649"/>
              <a:gd name="connsiteX87" fmla="*/ 2460328 w 4129384"/>
              <a:gd name="connsiteY87" fmla="*/ 1233453 h 1417649"/>
              <a:gd name="connsiteX88" fmla="*/ 2489931 w 4129384"/>
              <a:gd name="connsiteY88" fmla="*/ 1236743 h 1417649"/>
              <a:gd name="connsiteX89" fmla="*/ 2516244 w 4129384"/>
              <a:gd name="connsiteY89" fmla="*/ 1269635 h 1417649"/>
              <a:gd name="connsiteX90" fmla="*/ 2539269 w 4129384"/>
              <a:gd name="connsiteY90" fmla="*/ 1341997 h 1417649"/>
              <a:gd name="connsiteX91" fmla="*/ 2565583 w 4129384"/>
              <a:gd name="connsiteY91" fmla="*/ 1371600 h 1417649"/>
              <a:gd name="connsiteX92" fmla="*/ 2605053 w 4129384"/>
              <a:gd name="connsiteY92" fmla="*/ 1384757 h 1417649"/>
              <a:gd name="connsiteX93" fmla="*/ 2644524 w 4129384"/>
              <a:gd name="connsiteY93" fmla="*/ 1384757 h 1417649"/>
              <a:gd name="connsiteX94" fmla="*/ 2733332 w 4129384"/>
              <a:gd name="connsiteY94" fmla="*/ 1371600 h 1417649"/>
              <a:gd name="connsiteX95" fmla="*/ 2769514 w 4129384"/>
              <a:gd name="connsiteY95" fmla="*/ 1417649 h 1417649"/>
              <a:gd name="connsiteX96" fmla="*/ 2871479 w 4129384"/>
              <a:gd name="connsiteY96" fmla="*/ 1384757 h 1417649"/>
              <a:gd name="connsiteX97" fmla="*/ 2878057 w 4129384"/>
              <a:gd name="connsiteY97" fmla="*/ 1292659 h 1417649"/>
              <a:gd name="connsiteX98" fmla="*/ 2894503 w 4129384"/>
              <a:gd name="connsiteY98" fmla="*/ 1266346 h 1417649"/>
              <a:gd name="connsiteX99" fmla="*/ 2956998 w 4129384"/>
              <a:gd name="connsiteY99" fmla="*/ 1177537 h 1417649"/>
              <a:gd name="connsiteX100" fmla="*/ 3009626 w 4129384"/>
              <a:gd name="connsiteY100" fmla="*/ 1151223 h 1417649"/>
              <a:gd name="connsiteX101" fmla="*/ 3062253 w 4129384"/>
              <a:gd name="connsiteY101" fmla="*/ 1164380 h 1417649"/>
              <a:gd name="connsiteX102" fmla="*/ 3078699 w 4129384"/>
              <a:gd name="connsiteY102" fmla="*/ 1131488 h 1417649"/>
              <a:gd name="connsiteX103" fmla="*/ 3052385 w 4129384"/>
              <a:gd name="connsiteY103" fmla="*/ 1095307 h 1417649"/>
              <a:gd name="connsiteX104" fmla="*/ 3029361 w 4129384"/>
              <a:gd name="connsiteY104" fmla="*/ 1065704 h 1417649"/>
              <a:gd name="connsiteX105" fmla="*/ 3016204 w 4129384"/>
              <a:gd name="connsiteY105" fmla="*/ 1029523 h 1417649"/>
              <a:gd name="connsiteX106" fmla="*/ 3012915 w 4129384"/>
              <a:gd name="connsiteY106" fmla="*/ 1009787 h 1417649"/>
              <a:gd name="connsiteX107" fmla="*/ 3026072 w 4129384"/>
              <a:gd name="connsiteY107" fmla="*/ 983474 h 1417649"/>
              <a:gd name="connsiteX108" fmla="*/ 3052385 w 4129384"/>
              <a:gd name="connsiteY108" fmla="*/ 976895 h 1417649"/>
              <a:gd name="connsiteX109" fmla="*/ 3220135 w 4129384"/>
              <a:gd name="connsiteY109" fmla="*/ 1101885 h 1417649"/>
              <a:gd name="connsiteX110" fmla="*/ 3331968 w 4129384"/>
              <a:gd name="connsiteY110" fmla="*/ 1131488 h 1417649"/>
              <a:gd name="connsiteX111" fmla="*/ 3368150 w 4129384"/>
              <a:gd name="connsiteY111" fmla="*/ 1131488 h 1417649"/>
              <a:gd name="connsiteX112" fmla="*/ 3378017 w 4129384"/>
              <a:gd name="connsiteY112" fmla="*/ 1095307 h 1417649"/>
              <a:gd name="connsiteX113" fmla="*/ 3374728 w 4129384"/>
              <a:gd name="connsiteY113" fmla="*/ 1059125 h 1417649"/>
              <a:gd name="connsiteX114" fmla="*/ 3378017 w 4129384"/>
              <a:gd name="connsiteY114" fmla="*/ 983474 h 1417649"/>
              <a:gd name="connsiteX115" fmla="*/ 3404331 w 4129384"/>
              <a:gd name="connsiteY115" fmla="*/ 953871 h 1417649"/>
              <a:gd name="connsiteX116" fmla="*/ 3427355 w 4129384"/>
              <a:gd name="connsiteY116" fmla="*/ 944003 h 1417649"/>
              <a:gd name="connsiteX117" fmla="*/ 3460247 w 4129384"/>
              <a:gd name="connsiteY117" fmla="*/ 950582 h 1417649"/>
              <a:gd name="connsiteX118" fmla="*/ 3476693 w 4129384"/>
              <a:gd name="connsiteY118" fmla="*/ 970317 h 1417649"/>
              <a:gd name="connsiteX119" fmla="*/ 3486561 w 4129384"/>
              <a:gd name="connsiteY119" fmla="*/ 986763 h 1417649"/>
              <a:gd name="connsiteX120" fmla="*/ 3503007 w 4129384"/>
              <a:gd name="connsiteY120" fmla="*/ 1022944 h 1417649"/>
              <a:gd name="connsiteX121" fmla="*/ 3529321 w 4129384"/>
              <a:gd name="connsiteY121" fmla="*/ 1049258 h 1417649"/>
              <a:gd name="connsiteX122" fmla="*/ 3575370 w 4129384"/>
              <a:gd name="connsiteY122" fmla="*/ 1062415 h 1417649"/>
              <a:gd name="connsiteX123" fmla="*/ 3641154 w 4129384"/>
              <a:gd name="connsiteY123" fmla="*/ 1049258 h 1417649"/>
              <a:gd name="connsiteX124" fmla="*/ 3654311 w 4129384"/>
              <a:gd name="connsiteY124" fmla="*/ 1003209 h 1417649"/>
              <a:gd name="connsiteX125" fmla="*/ 3651021 w 4129384"/>
              <a:gd name="connsiteY125" fmla="*/ 944003 h 1417649"/>
              <a:gd name="connsiteX126" fmla="*/ 3651021 w 4129384"/>
              <a:gd name="connsiteY126" fmla="*/ 944003 h 1417649"/>
              <a:gd name="connsiteX127" fmla="*/ 3651021 w 4129384"/>
              <a:gd name="connsiteY127" fmla="*/ 917689 h 1417649"/>
              <a:gd name="connsiteX128" fmla="*/ 3697070 w 4129384"/>
              <a:gd name="connsiteY128" fmla="*/ 917689 h 1417649"/>
              <a:gd name="connsiteX129" fmla="*/ 3716806 w 4129384"/>
              <a:gd name="connsiteY129" fmla="*/ 947292 h 1417649"/>
              <a:gd name="connsiteX130" fmla="*/ 3752987 w 4129384"/>
              <a:gd name="connsiteY130" fmla="*/ 1029523 h 1417649"/>
              <a:gd name="connsiteX131" fmla="*/ 3776011 w 4129384"/>
              <a:gd name="connsiteY131" fmla="*/ 1065704 h 1417649"/>
              <a:gd name="connsiteX132" fmla="*/ 3808903 w 4129384"/>
              <a:gd name="connsiteY132" fmla="*/ 1108464 h 1417649"/>
              <a:gd name="connsiteX133" fmla="*/ 3822060 w 4129384"/>
              <a:gd name="connsiteY133" fmla="*/ 1134777 h 1417649"/>
              <a:gd name="connsiteX134" fmla="*/ 3828639 w 4129384"/>
              <a:gd name="connsiteY134" fmla="*/ 1141356 h 1417649"/>
              <a:gd name="connsiteX135" fmla="*/ 3877977 w 4129384"/>
              <a:gd name="connsiteY135" fmla="*/ 1187405 h 1417649"/>
              <a:gd name="connsiteX136" fmla="*/ 3910869 w 4129384"/>
              <a:gd name="connsiteY136" fmla="*/ 1157802 h 1417649"/>
              <a:gd name="connsiteX137" fmla="*/ 3943761 w 4129384"/>
              <a:gd name="connsiteY137" fmla="*/ 1049258 h 1417649"/>
              <a:gd name="connsiteX138" fmla="*/ 3976653 w 4129384"/>
              <a:gd name="connsiteY138" fmla="*/ 1045969 h 1417649"/>
              <a:gd name="connsiteX139" fmla="*/ 4002967 w 4129384"/>
              <a:gd name="connsiteY139" fmla="*/ 1088728 h 1417649"/>
              <a:gd name="connsiteX140" fmla="*/ 4022702 w 4129384"/>
              <a:gd name="connsiteY140" fmla="*/ 1118331 h 1417649"/>
              <a:gd name="connsiteX141" fmla="*/ 4075329 w 4129384"/>
              <a:gd name="connsiteY141" fmla="*/ 1115042 h 1417649"/>
              <a:gd name="connsiteX142" fmla="*/ 4081908 w 4129384"/>
              <a:gd name="connsiteY142" fmla="*/ 1078861 h 1417649"/>
              <a:gd name="connsiteX143" fmla="*/ 4085197 w 4129384"/>
              <a:gd name="connsiteY143" fmla="*/ 1068993 h 1417649"/>
              <a:gd name="connsiteX144" fmla="*/ 4129384 w 4129384"/>
              <a:gd name="connsiteY144" fmla="*/ 1032969 h 1417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129384" h="1417649">
                <a:moveTo>
                  <a:pt x="0" y="457200"/>
                </a:moveTo>
                <a:lnTo>
                  <a:pt x="0" y="457200"/>
                </a:lnTo>
                <a:lnTo>
                  <a:pt x="55916" y="424308"/>
                </a:lnTo>
                <a:lnTo>
                  <a:pt x="69073" y="394705"/>
                </a:lnTo>
                <a:lnTo>
                  <a:pt x="19735" y="342078"/>
                </a:lnTo>
                <a:lnTo>
                  <a:pt x="0" y="296029"/>
                </a:lnTo>
                <a:lnTo>
                  <a:pt x="55916" y="259848"/>
                </a:lnTo>
                <a:lnTo>
                  <a:pt x="82230" y="273005"/>
                </a:lnTo>
                <a:lnTo>
                  <a:pt x="131568" y="312475"/>
                </a:lnTo>
                <a:lnTo>
                  <a:pt x="171039" y="312475"/>
                </a:lnTo>
                <a:lnTo>
                  <a:pt x="197352" y="273005"/>
                </a:lnTo>
                <a:lnTo>
                  <a:pt x="197352" y="190774"/>
                </a:lnTo>
                <a:lnTo>
                  <a:pt x="197352" y="190774"/>
                </a:lnTo>
                <a:lnTo>
                  <a:pt x="279583" y="177617"/>
                </a:lnTo>
                <a:cubicBezTo>
                  <a:pt x="291643" y="173232"/>
                  <a:pt x="303590" y="168519"/>
                  <a:pt x="315764" y="164461"/>
                </a:cubicBezTo>
                <a:cubicBezTo>
                  <a:pt x="320053" y="163031"/>
                  <a:pt x="324790" y="163007"/>
                  <a:pt x="328921" y="161171"/>
                </a:cubicBezTo>
                <a:cubicBezTo>
                  <a:pt x="334763" y="158575"/>
                  <a:pt x="345367" y="151304"/>
                  <a:pt x="345367" y="151304"/>
                </a:cubicBezTo>
                <a:lnTo>
                  <a:pt x="378259" y="121701"/>
                </a:lnTo>
                <a:lnTo>
                  <a:pt x="397994" y="65784"/>
                </a:lnTo>
                <a:lnTo>
                  <a:pt x="397994" y="16446"/>
                </a:lnTo>
                <a:lnTo>
                  <a:pt x="480224" y="0"/>
                </a:lnTo>
                <a:lnTo>
                  <a:pt x="513116" y="3289"/>
                </a:lnTo>
                <a:lnTo>
                  <a:pt x="588768" y="3289"/>
                </a:lnTo>
                <a:cubicBezTo>
                  <a:pt x="620514" y="20926"/>
                  <a:pt x="608275" y="14686"/>
                  <a:pt x="624950" y="23025"/>
                </a:cubicBezTo>
                <a:lnTo>
                  <a:pt x="680866" y="52628"/>
                </a:lnTo>
                <a:lnTo>
                  <a:pt x="697312" y="75652"/>
                </a:lnTo>
                <a:lnTo>
                  <a:pt x="710469" y="148015"/>
                </a:lnTo>
                <a:lnTo>
                  <a:pt x="749939" y="164461"/>
                </a:lnTo>
                <a:lnTo>
                  <a:pt x="789410" y="108544"/>
                </a:lnTo>
                <a:lnTo>
                  <a:pt x="845326" y="82230"/>
                </a:lnTo>
                <a:lnTo>
                  <a:pt x="861773" y="101966"/>
                </a:lnTo>
                <a:lnTo>
                  <a:pt x="920978" y="98676"/>
                </a:lnTo>
                <a:lnTo>
                  <a:pt x="967027" y="98676"/>
                </a:lnTo>
                <a:lnTo>
                  <a:pt x="973606" y="197353"/>
                </a:lnTo>
                <a:lnTo>
                  <a:pt x="1013076" y="240112"/>
                </a:lnTo>
                <a:lnTo>
                  <a:pt x="1055836" y="240112"/>
                </a:lnTo>
                <a:lnTo>
                  <a:pt x="1144644" y="226956"/>
                </a:lnTo>
                <a:lnTo>
                  <a:pt x="1193983" y="210510"/>
                </a:lnTo>
                <a:lnTo>
                  <a:pt x="1233453" y="194064"/>
                </a:lnTo>
                <a:cubicBezTo>
                  <a:pt x="1241128" y="202835"/>
                  <a:pt x="1249372" y="211139"/>
                  <a:pt x="1256478" y="220377"/>
                </a:cubicBezTo>
                <a:cubicBezTo>
                  <a:pt x="1260376" y="225444"/>
                  <a:pt x="1262799" y="231504"/>
                  <a:pt x="1266345" y="236823"/>
                </a:cubicBezTo>
                <a:cubicBezTo>
                  <a:pt x="1269386" y="241384"/>
                  <a:pt x="1272924" y="245594"/>
                  <a:pt x="1276213" y="249980"/>
                </a:cubicBezTo>
                <a:cubicBezTo>
                  <a:pt x="1277309" y="253269"/>
                  <a:pt x="1277579" y="256963"/>
                  <a:pt x="1279502" y="259848"/>
                </a:cubicBezTo>
                <a:cubicBezTo>
                  <a:pt x="1282082" y="263718"/>
                  <a:pt x="1289370" y="269715"/>
                  <a:pt x="1289370" y="269715"/>
                </a:cubicBezTo>
                <a:lnTo>
                  <a:pt x="1295948" y="302607"/>
                </a:lnTo>
                <a:lnTo>
                  <a:pt x="1345286" y="348656"/>
                </a:lnTo>
                <a:lnTo>
                  <a:pt x="1414360" y="361813"/>
                </a:lnTo>
                <a:lnTo>
                  <a:pt x="1447252" y="361813"/>
                </a:lnTo>
                <a:lnTo>
                  <a:pt x="1424227" y="444043"/>
                </a:lnTo>
                <a:lnTo>
                  <a:pt x="1440673" y="486803"/>
                </a:lnTo>
                <a:lnTo>
                  <a:pt x="1476855" y="483514"/>
                </a:lnTo>
                <a:lnTo>
                  <a:pt x="1522903" y="430887"/>
                </a:lnTo>
                <a:lnTo>
                  <a:pt x="1575531" y="401284"/>
                </a:lnTo>
                <a:cubicBezTo>
                  <a:pt x="1592614" y="425200"/>
                  <a:pt x="1591977" y="414877"/>
                  <a:pt x="1591977" y="427597"/>
                </a:cubicBezTo>
                <a:lnTo>
                  <a:pt x="1618291" y="460489"/>
                </a:lnTo>
                <a:lnTo>
                  <a:pt x="1621580" y="536141"/>
                </a:lnTo>
                <a:lnTo>
                  <a:pt x="1647893" y="562455"/>
                </a:lnTo>
                <a:lnTo>
                  <a:pt x="1753148" y="608504"/>
                </a:lnTo>
                <a:lnTo>
                  <a:pt x="1818932" y="624950"/>
                </a:lnTo>
                <a:lnTo>
                  <a:pt x="1818932" y="674288"/>
                </a:lnTo>
                <a:lnTo>
                  <a:pt x="1822221" y="710469"/>
                </a:lnTo>
                <a:lnTo>
                  <a:pt x="1786040" y="743361"/>
                </a:lnTo>
                <a:cubicBezTo>
                  <a:pt x="1747494" y="753874"/>
                  <a:pt x="1761040" y="747639"/>
                  <a:pt x="1743280" y="756518"/>
                </a:cubicBezTo>
                <a:lnTo>
                  <a:pt x="1693942" y="769675"/>
                </a:lnTo>
                <a:lnTo>
                  <a:pt x="1693942" y="819013"/>
                </a:lnTo>
                <a:lnTo>
                  <a:pt x="1726834" y="838748"/>
                </a:lnTo>
                <a:lnTo>
                  <a:pt x="1756437" y="838748"/>
                </a:lnTo>
                <a:lnTo>
                  <a:pt x="1832089" y="838748"/>
                </a:lnTo>
                <a:lnTo>
                  <a:pt x="1864981" y="858484"/>
                </a:lnTo>
                <a:cubicBezTo>
                  <a:pt x="1872205" y="894601"/>
                  <a:pt x="1871560" y="880195"/>
                  <a:pt x="1871560" y="901243"/>
                </a:cubicBezTo>
                <a:lnTo>
                  <a:pt x="1848535" y="950582"/>
                </a:lnTo>
                <a:lnTo>
                  <a:pt x="1845246" y="990052"/>
                </a:lnTo>
                <a:lnTo>
                  <a:pt x="1884716" y="1019655"/>
                </a:lnTo>
                <a:lnTo>
                  <a:pt x="1911030" y="1006498"/>
                </a:lnTo>
                <a:lnTo>
                  <a:pt x="1953790" y="980184"/>
                </a:lnTo>
                <a:lnTo>
                  <a:pt x="2006417" y="960449"/>
                </a:lnTo>
                <a:lnTo>
                  <a:pt x="2049177" y="986763"/>
                </a:lnTo>
                <a:lnTo>
                  <a:pt x="2088647" y="999920"/>
                </a:lnTo>
                <a:cubicBezTo>
                  <a:pt x="2098515" y="1006498"/>
                  <a:pt x="2109071" y="1012145"/>
                  <a:pt x="2118250" y="1019655"/>
                </a:cubicBezTo>
                <a:cubicBezTo>
                  <a:pt x="2121310" y="1022158"/>
                  <a:pt x="2122034" y="1026728"/>
                  <a:pt x="2124829" y="1029523"/>
                </a:cubicBezTo>
                <a:cubicBezTo>
                  <a:pt x="2127624" y="1032318"/>
                  <a:pt x="2131609" y="1033632"/>
                  <a:pt x="2134696" y="1036101"/>
                </a:cubicBezTo>
                <a:cubicBezTo>
                  <a:pt x="2134713" y="1036115"/>
                  <a:pt x="2142912" y="1044316"/>
                  <a:pt x="2144564" y="1045969"/>
                </a:cubicBezTo>
                <a:lnTo>
                  <a:pt x="2144564" y="1045969"/>
                </a:lnTo>
                <a:lnTo>
                  <a:pt x="2190613" y="1134777"/>
                </a:lnTo>
                <a:lnTo>
                  <a:pt x="2305735" y="1203851"/>
                </a:lnTo>
                <a:lnTo>
                  <a:pt x="2345206" y="1223586"/>
                </a:lnTo>
                <a:lnTo>
                  <a:pt x="2414279" y="1230164"/>
                </a:lnTo>
                <a:lnTo>
                  <a:pt x="2460328" y="1233453"/>
                </a:lnTo>
                <a:lnTo>
                  <a:pt x="2489931" y="1236743"/>
                </a:lnTo>
                <a:cubicBezTo>
                  <a:pt x="2514570" y="1264901"/>
                  <a:pt x="2507744" y="1252631"/>
                  <a:pt x="2516244" y="1269635"/>
                </a:cubicBezTo>
                <a:lnTo>
                  <a:pt x="2539269" y="1341997"/>
                </a:lnTo>
                <a:lnTo>
                  <a:pt x="2565583" y="1371600"/>
                </a:lnTo>
                <a:lnTo>
                  <a:pt x="2605053" y="1384757"/>
                </a:lnTo>
                <a:lnTo>
                  <a:pt x="2644524" y="1384757"/>
                </a:lnTo>
                <a:lnTo>
                  <a:pt x="2733332" y="1371600"/>
                </a:lnTo>
                <a:lnTo>
                  <a:pt x="2769514" y="1417649"/>
                </a:lnTo>
                <a:lnTo>
                  <a:pt x="2871479" y="1384757"/>
                </a:lnTo>
                <a:lnTo>
                  <a:pt x="2878057" y="1292659"/>
                </a:lnTo>
                <a:lnTo>
                  <a:pt x="2894503" y="1266346"/>
                </a:lnTo>
                <a:lnTo>
                  <a:pt x="2956998" y="1177537"/>
                </a:lnTo>
                <a:lnTo>
                  <a:pt x="3009626" y="1151223"/>
                </a:lnTo>
                <a:lnTo>
                  <a:pt x="3062253" y="1164380"/>
                </a:lnTo>
                <a:lnTo>
                  <a:pt x="3078699" y="1131488"/>
                </a:lnTo>
                <a:lnTo>
                  <a:pt x="3052385" y="1095307"/>
                </a:lnTo>
                <a:lnTo>
                  <a:pt x="3029361" y="1065704"/>
                </a:lnTo>
                <a:cubicBezTo>
                  <a:pt x="3014733" y="1036448"/>
                  <a:pt x="3016204" y="1049197"/>
                  <a:pt x="3016204" y="1029523"/>
                </a:cubicBezTo>
                <a:lnTo>
                  <a:pt x="3012915" y="1009787"/>
                </a:lnTo>
                <a:lnTo>
                  <a:pt x="3026072" y="983474"/>
                </a:lnTo>
                <a:lnTo>
                  <a:pt x="3052385" y="976895"/>
                </a:lnTo>
                <a:lnTo>
                  <a:pt x="3220135" y="1101885"/>
                </a:lnTo>
                <a:lnTo>
                  <a:pt x="3331968" y="1131488"/>
                </a:lnTo>
                <a:cubicBezTo>
                  <a:pt x="3364008" y="1135048"/>
                  <a:pt x="3352691" y="1139217"/>
                  <a:pt x="3368150" y="1131488"/>
                </a:cubicBezTo>
                <a:lnTo>
                  <a:pt x="3378017" y="1095307"/>
                </a:lnTo>
                <a:cubicBezTo>
                  <a:pt x="3374619" y="1061324"/>
                  <a:pt x="3374728" y="1073434"/>
                  <a:pt x="3374728" y="1059125"/>
                </a:cubicBezTo>
                <a:lnTo>
                  <a:pt x="3378017" y="983474"/>
                </a:lnTo>
                <a:cubicBezTo>
                  <a:pt x="3396761" y="957232"/>
                  <a:pt x="3386615" y="965680"/>
                  <a:pt x="3404331" y="953871"/>
                </a:cubicBezTo>
                <a:lnTo>
                  <a:pt x="3427355" y="944003"/>
                </a:lnTo>
                <a:cubicBezTo>
                  <a:pt x="3438319" y="946196"/>
                  <a:pt x="3449560" y="947294"/>
                  <a:pt x="3460247" y="950582"/>
                </a:cubicBezTo>
                <a:cubicBezTo>
                  <a:pt x="3471891" y="954165"/>
                  <a:pt x="3471204" y="960712"/>
                  <a:pt x="3476693" y="970317"/>
                </a:cubicBezTo>
                <a:cubicBezTo>
                  <a:pt x="3492565" y="998093"/>
                  <a:pt x="3476584" y="966806"/>
                  <a:pt x="3486561" y="986763"/>
                </a:cubicBezTo>
                <a:lnTo>
                  <a:pt x="3503007" y="1022944"/>
                </a:lnTo>
                <a:cubicBezTo>
                  <a:pt x="3524338" y="1047831"/>
                  <a:pt x="3513700" y="1041449"/>
                  <a:pt x="3529321" y="1049258"/>
                </a:cubicBezTo>
                <a:lnTo>
                  <a:pt x="3575370" y="1062415"/>
                </a:lnTo>
                <a:lnTo>
                  <a:pt x="3641154" y="1049258"/>
                </a:lnTo>
                <a:lnTo>
                  <a:pt x="3654311" y="1003209"/>
                </a:lnTo>
                <a:lnTo>
                  <a:pt x="3651021" y="944003"/>
                </a:lnTo>
                <a:lnTo>
                  <a:pt x="3651021" y="944003"/>
                </a:lnTo>
                <a:lnTo>
                  <a:pt x="3651021" y="917689"/>
                </a:lnTo>
                <a:lnTo>
                  <a:pt x="3697070" y="917689"/>
                </a:lnTo>
                <a:lnTo>
                  <a:pt x="3716806" y="947292"/>
                </a:lnTo>
                <a:lnTo>
                  <a:pt x="3752987" y="1029523"/>
                </a:lnTo>
                <a:lnTo>
                  <a:pt x="3776011" y="1065704"/>
                </a:lnTo>
                <a:lnTo>
                  <a:pt x="3808903" y="1108464"/>
                </a:lnTo>
                <a:cubicBezTo>
                  <a:pt x="3813289" y="1117235"/>
                  <a:pt x="3817015" y="1126368"/>
                  <a:pt x="3822060" y="1134777"/>
                </a:cubicBezTo>
                <a:cubicBezTo>
                  <a:pt x="3823656" y="1137436"/>
                  <a:pt x="3828639" y="1141356"/>
                  <a:pt x="3828639" y="1141356"/>
                </a:cubicBezTo>
                <a:lnTo>
                  <a:pt x="3877977" y="1187405"/>
                </a:lnTo>
                <a:lnTo>
                  <a:pt x="3910869" y="1157802"/>
                </a:lnTo>
                <a:lnTo>
                  <a:pt x="3943761" y="1049258"/>
                </a:lnTo>
                <a:lnTo>
                  <a:pt x="3976653" y="1045969"/>
                </a:lnTo>
                <a:lnTo>
                  <a:pt x="4002967" y="1088728"/>
                </a:lnTo>
                <a:lnTo>
                  <a:pt x="4022702" y="1118331"/>
                </a:lnTo>
                <a:lnTo>
                  <a:pt x="4075329" y="1115042"/>
                </a:lnTo>
                <a:cubicBezTo>
                  <a:pt x="4082384" y="1083299"/>
                  <a:pt x="4081908" y="1095547"/>
                  <a:pt x="4081908" y="1078861"/>
                </a:cubicBezTo>
                <a:lnTo>
                  <a:pt x="4085197" y="1068993"/>
                </a:lnTo>
                <a:cubicBezTo>
                  <a:pt x="4109835" y="1040834"/>
                  <a:pt x="4112380" y="1041470"/>
                  <a:pt x="4129384" y="1032969"/>
                </a:cubicBez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BD5F90A-C9D7-6551-D326-37D131A5B33D}"/>
              </a:ext>
            </a:extLst>
          </p:cNvPr>
          <p:cNvSpPr/>
          <p:nvPr/>
        </p:nvSpPr>
        <p:spPr>
          <a:xfrm>
            <a:off x="10094581" y="3598394"/>
            <a:ext cx="1213718" cy="335500"/>
          </a:xfrm>
          <a:custGeom>
            <a:avLst/>
            <a:gdLst>
              <a:gd name="connsiteX0" fmla="*/ 0 w 1213718"/>
              <a:gd name="connsiteY0" fmla="*/ 266426 h 335500"/>
              <a:gd name="connsiteX1" fmla="*/ 23025 w 1213718"/>
              <a:gd name="connsiteY1" fmla="*/ 220377 h 335500"/>
              <a:gd name="connsiteX2" fmla="*/ 72363 w 1213718"/>
              <a:gd name="connsiteY2" fmla="*/ 236823 h 335500"/>
              <a:gd name="connsiteX3" fmla="*/ 98677 w 1213718"/>
              <a:gd name="connsiteY3" fmla="*/ 259848 h 335500"/>
              <a:gd name="connsiteX4" fmla="*/ 128279 w 1213718"/>
              <a:gd name="connsiteY4" fmla="*/ 319053 h 335500"/>
              <a:gd name="connsiteX5" fmla="*/ 177618 w 1213718"/>
              <a:gd name="connsiteY5" fmla="*/ 335500 h 335500"/>
              <a:gd name="connsiteX6" fmla="*/ 220377 w 1213718"/>
              <a:gd name="connsiteY6" fmla="*/ 312475 h 335500"/>
              <a:gd name="connsiteX7" fmla="*/ 243402 w 1213718"/>
              <a:gd name="connsiteY7" fmla="*/ 282872 h 335500"/>
              <a:gd name="connsiteX8" fmla="*/ 273005 w 1213718"/>
              <a:gd name="connsiteY8" fmla="*/ 203931 h 335500"/>
              <a:gd name="connsiteX9" fmla="*/ 302607 w 1213718"/>
              <a:gd name="connsiteY9" fmla="*/ 171039 h 335500"/>
              <a:gd name="connsiteX10" fmla="*/ 338789 w 1213718"/>
              <a:gd name="connsiteY10" fmla="*/ 167750 h 335500"/>
              <a:gd name="connsiteX11" fmla="*/ 351946 w 1213718"/>
              <a:gd name="connsiteY11" fmla="*/ 177618 h 335500"/>
              <a:gd name="connsiteX12" fmla="*/ 358524 w 1213718"/>
              <a:gd name="connsiteY12" fmla="*/ 180907 h 335500"/>
              <a:gd name="connsiteX13" fmla="*/ 374970 w 1213718"/>
              <a:gd name="connsiteY13" fmla="*/ 190774 h 335500"/>
              <a:gd name="connsiteX14" fmla="*/ 417730 w 1213718"/>
              <a:gd name="connsiteY14" fmla="*/ 200642 h 335500"/>
              <a:gd name="connsiteX15" fmla="*/ 463779 w 1213718"/>
              <a:gd name="connsiteY15" fmla="*/ 200642 h 335500"/>
              <a:gd name="connsiteX16" fmla="*/ 486803 w 1213718"/>
              <a:gd name="connsiteY16" fmla="*/ 0 h 335500"/>
              <a:gd name="connsiteX17" fmla="*/ 555877 w 1213718"/>
              <a:gd name="connsiteY17" fmla="*/ 9868 h 335500"/>
              <a:gd name="connsiteX18" fmla="*/ 582190 w 1213718"/>
              <a:gd name="connsiteY18" fmla="*/ 36182 h 335500"/>
              <a:gd name="connsiteX19" fmla="*/ 687445 w 1213718"/>
              <a:gd name="connsiteY19" fmla="*/ 108544 h 335500"/>
              <a:gd name="connsiteX20" fmla="*/ 726915 w 1213718"/>
              <a:gd name="connsiteY20" fmla="*/ 111833 h 335500"/>
              <a:gd name="connsiteX21" fmla="*/ 772964 w 1213718"/>
              <a:gd name="connsiteY21" fmla="*/ 115123 h 335500"/>
              <a:gd name="connsiteX22" fmla="*/ 809146 w 1213718"/>
              <a:gd name="connsiteY22" fmla="*/ 111833 h 335500"/>
              <a:gd name="connsiteX23" fmla="*/ 842038 w 1213718"/>
              <a:gd name="connsiteY23" fmla="*/ 105255 h 335500"/>
              <a:gd name="connsiteX24" fmla="*/ 871641 w 1213718"/>
              <a:gd name="connsiteY24" fmla="*/ 105255 h 335500"/>
              <a:gd name="connsiteX25" fmla="*/ 894665 w 1213718"/>
              <a:gd name="connsiteY25" fmla="*/ 121701 h 335500"/>
              <a:gd name="connsiteX26" fmla="*/ 934136 w 1213718"/>
              <a:gd name="connsiteY26" fmla="*/ 141436 h 335500"/>
              <a:gd name="connsiteX27" fmla="*/ 999920 w 1213718"/>
              <a:gd name="connsiteY27" fmla="*/ 144725 h 335500"/>
              <a:gd name="connsiteX28" fmla="*/ 1049258 w 1213718"/>
              <a:gd name="connsiteY28" fmla="*/ 131569 h 335500"/>
              <a:gd name="connsiteX29" fmla="*/ 1157802 w 1213718"/>
              <a:gd name="connsiteY29" fmla="*/ 85520 h 335500"/>
              <a:gd name="connsiteX30" fmla="*/ 1213718 w 1213718"/>
              <a:gd name="connsiteY30" fmla="*/ 46049 h 33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3718" h="335500">
                <a:moveTo>
                  <a:pt x="0" y="266426"/>
                </a:moveTo>
                <a:lnTo>
                  <a:pt x="23025" y="220377"/>
                </a:lnTo>
                <a:lnTo>
                  <a:pt x="72363" y="236823"/>
                </a:lnTo>
                <a:lnTo>
                  <a:pt x="98677" y="259848"/>
                </a:lnTo>
                <a:lnTo>
                  <a:pt x="128279" y="319053"/>
                </a:lnTo>
                <a:lnTo>
                  <a:pt x="177618" y="335500"/>
                </a:lnTo>
                <a:lnTo>
                  <a:pt x="220377" y="312475"/>
                </a:lnTo>
                <a:lnTo>
                  <a:pt x="243402" y="282872"/>
                </a:lnTo>
                <a:lnTo>
                  <a:pt x="273005" y="203931"/>
                </a:lnTo>
                <a:lnTo>
                  <a:pt x="302607" y="171039"/>
                </a:lnTo>
                <a:cubicBezTo>
                  <a:pt x="314668" y="169943"/>
                  <a:pt x="326785" y="166149"/>
                  <a:pt x="338789" y="167750"/>
                </a:cubicBezTo>
                <a:cubicBezTo>
                  <a:pt x="344223" y="168475"/>
                  <a:pt x="347385" y="174577"/>
                  <a:pt x="351946" y="177618"/>
                </a:cubicBezTo>
                <a:cubicBezTo>
                  <a:pt x="353986" y="178978"/>
                  <a:pt x="356331" y="179811"/>
                  <a:pt x="358524" y="180907"/>
                </a:cubicBezTo>
                <a:lnTo>
                  <a:pt x="374970" y="190774"/>
                </a:lnTo>
                <a:cubicBezTo>
                  <a:pt x="413267" y="201219"/>
                  <a:pt x="398650" y="200642"/>
                  <a:pt x="417730" y="200642"/>
                </a:cubicBezTo>
                <a:lnTo>
                  <a:pt x="463779" y="200642"/>
                </a:lnTo>
                <a:lnTo>
                  <a:pt x="486803" y="0"/>
                </a:lnTo>
                <a:lnTo>
                  <a:pt x="555877" y="9868"/>
                </a:lnTo>
                <a:lnTo>
                  <a:pt x="582190" y="36182"/>
                </a:lnTo>
                <a:lnTo>
                  <a:pt x="687445" y="108544"/>
                </a:lnTo>
                <a:cubicBezTo>
                  <a:pt x="722519" y="112051"/>
                  <a:pt x="709318" y="111833"/>
                  <a:pt x="726915" y="111833"/>
                </a:cubicBezTo>
                <a:lnTo>
                  <a:pt x="772964" y="115123"/>
                </a:lnTo>
                <a:cubicBezTo>
                  <a:pt x="785025" y="114026"/>
                  <a:pt x="797200" y="113824"/>
                  <a:pt x="809146" y="111833"/>
                </a:cubicBezTo>
                <a:cubicBezTo>
                  <a:pt x="854034" y="104351"/>
                  <a:pt x="816481" y="105255"/>
                  <a:pt x="842038" y="105255"/>
                </a:cubicBezTo>
                <a:lnTo>
                  <a:pt x="871641" y="105255"/>
                </a:lnTo>
                <a:lnTo>
                  <a:pt x="894665" y="121701"/>
                </a:lnTo>
                <a:lnTo>
                  <a:pt x="934136" y="141436"/>
                </a:lnTo>
                <a:cubicBezTo>
                  <a:pt x="975725" y="146057"/>
                  <a:pt x="953810" y="144725"/>
                  <a:pt x="999920" y="144725"/>
                </a:cubicBezTo>
                <a:lnTo>
                  <a:pt x="1049258" y="131569"/>
                </a:lnTo>
                <a:lnTo>
                  <a:pt x="1157802" y="85520"/>
                </a:lnTo>
                <a:lnTo>
                  <a:pt x="1213718" y="46049"/>
                </a:ln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339AE194-BE82-2668-4C8E-B2E3B1E107E0}"/>
              </a:ext>
            </a:extLst>
          </p:cNvPr>
          <p:cNvSpPr/>
          <p:nvPr/>
        </p:nvSpPr>
        <p:spPr>
          <a:xfrm>
            <a:off x="10522178" y="3429000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168433-E164-80FD-12EC-04AC768134A3}"/>
              </a:ext>
            </a:extLst>
          </p:cNvPr>
          <p:cNvSpPr txBox="1"/>
          <p:nvPr/>
        </p:nvSpPr>
        <p:spPr>
          <a:xfrm>
            <a:off x="10288645" y="3146365"/>
            <a:ext cx="660329" cy="326243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Bayou on the Bend</a:t>
            </a:r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23F6B7A9-FD86-051C-F490-97BC3AEE4E6C}"/>
              </a:ext>
            </a:extLst>
          </p:cNvPr>
          <p:cNvSpPr/>
          <p:nvPr/>
        </p:nvSpPr>
        <p:spPr>
          <a:xfrm>
            <a:off x="10208059" y="3758744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DBCA1-7250-123F-5CB3-A9BC85AAEA76}"/>
              </a:ext>
            </a:extLst>
          </p:cNvPr>
          <p:cNvSpPr txBox="1"/>
          <p:nvPr/>
        </p:nvSpPr>
        <p:spPr>
          <a:xfrm>
            <a:off x="9968452" y="3913707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Rienzi</a:t>
            </a:r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ECF11716-0B42-6020-D9F1-E299EDAF2553}"/>
              </a:ext>
            </a:extLst>
          </p:cNvPr>
          <p:cNvSpPr/>
          <p:nvPr/>
        </p:nvSpPr>
        <p:spPr>
          <a:xfrm>
            <a:off x="9249262" y="3617191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48B53191-2C1A-5DF3-9856-F2FA19B17EF8}"/>
              </a:ext>
            </a:extLst>
          </p:cNvPr>
          <p:cNvSpPr/>
          <p:nvPr/>
        </p:nvSpPr>
        <p:spPr>
          <a:xfrm>
            <a:off x="8556874" y="4021059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2DB7E29A-3D0B-304F-6351-ED31FA3BCDDF}"/>
              </a:ext>
            </a:extLst>
          </p:cNvPr>
          <p:cNvSpPr/>
          <p:nvPr/>
        </p:nvSpPr>
        <p:spPr>
          <a:xfrm>
            <a:off x="8094742" y="3766144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C670CD26-E846-AAC5-46DB-303F45AFD963}"/>
              </a:ext>
            </a:extLst>
          </p:cNvPr>
          <p:cNvSpPr/>
          <p:nvPr/>
        </p:nvSpPr>
        <p:spPr>
          <a:xfrm>
            <a:off x="7752297" y="3361892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B70D5C22-4D1E-A217-DD2A-A952776ABD24}"/>
              </a:ext>
            </a:extLst>
          </p:cNvPr>
          <p:cNvSpPr/>
          <p:nvPr/>
        </p:nvSpPr>
        <p:spPr>
          <a:xfrm>
            <a:off x="4824348" y="4243078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84E68978-EA64-2706-E38A-EB4FC18C6594}"/>
              </a:ext>
            </a:extLst>
          </p:cNvPr>
          <p:cNvSpPr/>
          <p:nvPr/>
        </p:nvSpPr>
        <p:spPr>
          <a:xfrm>
            <a:off x="4155091" y="4782511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FB5DE940-DBA7-126F-82DA-0D348D92F9B3}"/>
              </a:ext>
            </a:extLst>
          </p:cNvPr>
          <p:cNvSpPr/>
          <p:nvPr/>
        </p:nvSpPr>
        <p:spPr>
          <a:xfrm>
            <a:off x="3814454" y="4479148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BE8BA6B9-F751-6FDC-540F-434E8B8BD66D}"/>
              </a:ext>
            </a:extLst>
          </p:cNvPr>
          <p:cNvSpPr/>
          <p:nvPr/>
        </p:nvSpPr>
        <p:spPr>
          <a:xfrm>
            <a:off x="1813963" y="3513697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D740C7B0-50C7-EC6E-5CDB-B89FEA455565}"/>
              </a:ext>
            </a:extLst>
          </p:cNvPr>
          <p:cNvSpPr/>
          <p:nvPr/>
        </p:nvSpPr>
        <p:spPr>
          <a:xfrm>
            <a:off x="2080607" y="3589350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9E140E-A7EA-44A2-6D4F-3CC354976CC0}"/>
              </a:ext>
            </a:extLst>
          </p:cNvPr>
          <p:cNvSpPr txBox="1"/>
          <p:nvPr/>
        </p:nvSpPr>
        <p:spPr>
          <a:xfrm>
            <a:off x="2120355" y="3531013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Litchfield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308A64-60E6-F56D-644F-07F16985BF0D}"/>
              </a:ext>
            </a:extLst>
          </p:cNvPr>
          <p:cNvSpPr txBox="1"/>
          <p:nvPr/>
        </p:nvSpPr>
        <p:spPr>
          <a:xfrm>
            <a:off x="1631058" y="3361892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Beltway 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1BAA8F-74CC-2E5A-FF29-53CAC3E92C11}"/>
              </a:ext>
            </a:extLst>
          </p:cNvPr>
          <p:cNvSpPr txBox="1"/>
          <p:nvPr/>
        </p:nvSpPr>
        <p:spPr>
          <a:xfrm>
            <a:off x="3607230" y="4177280"/>
            <a:ext cx="549318" cy="326243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Piney Point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2A03A1-A01F-C9FA-A658-870B007DFD17}"/>
              </a:ext>
            </a:extLst>
          </p:cNvPr>
          <p:cNvSpPr txBox="1"/>
          <p:nvPr/>
        </p:nvSpPr>
        <p:spPr>
          <a:xfrm>
            <a:off x="3996150" y="4479148"/>
            <a:ext cx="525827" cy="326243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Radney Road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B723F1-CF26-158C-0261-032643688132}"/>
              </a:ext>
            </a:extLst>
          </p:cNvPr>
          <p:cNvSpPr txBox="1"/>
          <p:nvPr/>
        </p:nvSpPr>
        <p:spPr>
          <a:xfrm>
            <a:off x="4200336" y="4196991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San Felipe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629931-C4DC-401E-526F-C65F2ED57E0A}"/>
              </a:ext>
            </a:extLst>
          </p:cNvPr>
          <p:cNvSpPr txBox="1"/>
          <p:nvPr/>
        </p:nvSpPr>
        <p:spPr>
          <a:xfrm>
            <a:off x="7270139" y="3185562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Woodway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450FCC-F866-DC2D-5E18-A4FB0B8BCAD4}"/>
              </a:ext>
            </a:extLst>
          </p:cNvPr>
          <p:cNvSpPr txBox="1"/>
          <p:nvPr/>
        </p:nvSpPr>
        <p:spPr>
          <a:xfrm>
            <a:off x="7250256" y="3604568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Omni</a:t>
            </a:r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CA8F6B44-9533-9BC1-1662-67E1D3366062}"/>
              </a:ext>
            </a:extLst>
          </p:cNvPr>
          <p:cNvSpPr/>
          <p:nvPr/>
        </p:nvSpPr>
        <p:spPr>
          <a:xfrm>
            <a:off x="7779221" y="3585119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B8E114-19F1-3194-6767-D62C020A593A}"/>
              </a:ext>
            </a:extLst>
          </p:cNvPr>
          <p:cNvSpPr txBox="1"/>
          <p:nvPr/>
        </p:nvSpPr>
        <p:spPr>
          <a:xfrm>
            <a:off x="7894101" y="3626384"/>
            <a:ext cx="723626" cy="246221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610 Loop</a:t>
            </a:r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0AB521FC-84B5-8056-9CEB-3C24C1B7ABF0}"/>
              </a:ext>
            </a:extLst>
          </p:cNvPr>
          <p:cNvSpPr/>
          <p:nvPr/>
        </p:nvSpPr>
        <p:spPr>
          <a:xfrm>
            <a:off x="8370816" y="3859235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5026DD-E641-7D62-E8EB-0D9BADEEE091}"/>
              </a:ext>
            </a:extLst>
          </p:cNvPr>
          <p:cNvSpPr txBox="1"/>
          <p:nvPr/>
        </p:nvSpPr>
        <p:spPr>
          <a:xfrm>
            <a:off x="8288754" y="3751318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Railroad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877580-2786-A872-3740-A340460DB3D6}"/>
              </a:ext>
            </a:extLst>
          </p:cNvPr>
          <p:cNvSpPr txBox="1"/>
          <p:nvPr/>
        </p:nvSpPr>
        <p:spPr>
          <a:xfrm>
            <a:off x="8329283" y="4230426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Inverness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22DCE0-80F7-A546-C0FC-A5DF28CAE9CD}"/>
              </a:ext>
            </a:extLst>
          </p:cNvPr>
          <p:cNvSpPr txBox="1"/>
          <p:nvPr/>
        </p:nvSpPr>
        <p:spPr>
          <a:xfrm>
            <a:off x="8531361" y="3547829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Pinehill</a:t>
            </a: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F052375B-1372-C678-C4C7-03CBBAC2CFE9}"/>
              </a:ext>
            </a:extLst>
          </p:cNvPr>
          <p:cNvSpPr/>
          <p:nvPr/>
        </p:nvSpPr>
        <p:spPr>
          <a:xfrm>
            <a:off x="8960820" y="3663668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D7CD9E-A4D7-3EE8-4314-2D893644AEE5}"/>
              </a:ext>
            </a:extLst>
          </p:cNvPr>
          <p:cNvSpPr txBox="1"/>
          <p:nvPr/>
        </p:nvSpPr>
        <p:spPr>
          <a:xfrm>
            <a:off x="8949681" y="3269805"/>
            <a:ext cx="819867" cy="326243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River Oaks Country Club</a:t>
            </a:r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1D498C5B-9B37-B43D-7D3E-C5776A49B997}"/>
              </a:ext>
            </a:extLst>
          </p:cNvPr>
          <p:cNvSpPr/>
          <p:nvPr/>
        </p:nvSpPr>
        <p:spPr>
          <a:xfrm>
            <a:off x="9427927" y="3664797"/>
            <a:ext cx="161172" cy="169394"/>
          </a:xfrm>
          <a:prstGeom prst="star5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6350">
                <a:solidFill>
                  <a:schemeClr val="tx1"/>
                </a:solidFill>
              </a:ln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EED53A-4616-87DD-328B-DB8A75A75673}"/>
              </a:ext>
            </a:extLst>
          </p:cNvPr>
          <p:cNvSpPr txBox="1"/>
          <p:nvPr/>
        </p:nvSpPr>
        <p:spPr>
          <a:xfrm>
            <a:off x="9529867" y="3565850"/>
            <a:ext cx="613860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Picnic Loop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050EF3-5336-1E4D-733C-6D38C9AB9AAD}"/>
              </a:ext>
            </a:extLst>
          </p:cNvPr>
          <p:cNvSpPr/>
          <p:nvPr/>
        </p:nvSpPr>
        <p:spPr>
          <a:xfrm>
            <a:off x="973607" y="1637969"/>
            <a:ext cx="10333466" cy="38086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A11E635-4773-A713-D8D4-B494423DE996}"/>
              </a:ext>
            </a:extLst>
          </p:cNvPr>
          <p:cNvGrpSpPr/>
          <p:nvPr/>
        </p:nvGrpSpPr>
        <p:grpSpPr>
          <a:xfrm>
            <a:off x="9786579" y="4394623"/>
            <a:ext cx="1404255" cy="585661"/>
            <a:chOff x="9589099" y="997425"/>
            <a:chExt cx="1404255" cy="585661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81BCCA3-6368-68C7-20B1-DDE147E83BB2}"/>
                </a:ext>
              </a:extLst>
            </p:cNvPr>
            <p:cNvSpPr/>
            <p:nvPr/>
          </p:nvSpPr>
          <p:spPr>
            <a:xfrm>
              <a:off x="9589099" y="997425"/>
              <a:ext cx="1404255" cy="5662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EE5D408-C15A-3A96-E0FD-ABF2FD840AE5}"/>
                </a:ext>
              </a:extLst>
            </p:cNvPr>
            <p:cNvGrpSpPr/>
            <p:nvPr/>
          </p:nvGrpSpPr>
          <p:grpSpPr>
            <a:xfrm>
              <a:off x="9745107" y="997425"/>
              <a:ext cx="1248247" cy="585661"/>
              <a:chOff x="9626150" y="1814700"/>
              <a:chExt cx="1248247" cy="585661"/>
            </a:xfrm>
          </p:grpSpPr>
          <p:sp>
            <p:nvSpPr>
              <p:cNvPr id="46" name="Star: 5 Points 45">
                <a:extLst>
                  <a:ext uri="{FF2B5EF4-FFF2-40B4-BE49-F238E27FC236}">
                    <a16:creationId xmlns:a16="http://schemas.microsoft.com/office/drawing/2014/main" id="{CE58E1ED-7ED8-1178-FD10-478DA3948745}"/>
                  </a:ext>
                </a:extLst>
              </p:cNvPr>
              <p:cNvSpPr/>
              <p:nvPr/>
            </p:nvSpPr>
            <p:spPr>
              <a:xfrm>
                <a:off x="9640979" y="1853114"/>
                <a:ext cx="161172" cy="169394"/>
              </a:xfrm>
              <a:prstGeom prst="star5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63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E63433A-84B0-B1AC-5246-48E2F6C2904F}"/>
                  </a:ext>
                </a:extLst>
              </p:cNvPr>
              <p:cNvSpPr txBox="1"/>
              <p:nvPr/>
            </p:nvSpPr>
            <p:spPr>
              <a:xfrm>
                <a:off x="9742828" y="1814700"/>
                <a:ext cx="113156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Outcrop location</a:t>
                </a: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A4AA426-00FB-F68A-60B5-CCCFCB9A1677}"/>
                  </a:ext>
                </a:extLst>
              </p:cNvPr>
              <p:cNvSpPr/>
              <p:nvPr/>
            </p:nvSpPr>
            <p:spPr>
              <a:xfrm>
                <a:off x="9626150" y="2099142"/>
                <a:ext cx="190831" cy="39762"/>
              </a:xfrm>
              <a:custGeom>
                <a:avLst/>
                <a:gdLst>
                  <a:gd name="connsiteX0" fmla="*/ 0 w 190831"/>
                  <a:gd name="connsiteY0" fmla="*/ 31806 h 39762"/>
                  <a:gd name="connsiteX1" fmla="*/ 0 w 190831"/>
                  <a:gd name="connsiteY1" fmla="*/ 31806 h 39762"/>
                  <a:gd name="connsiteX2" fmla="*/ 135172 w 190831"/>
                  <a:gd name="connsiteY2" fmla="*/ 31806 h 39762"/>
                  <a:gd name="connsiteX3" fmla="*/ 143123 w 190831"/>
                  <a:gd name="connsiteY3" fmla="*/ 15903 h 39762"/>
                  <a:gd name="connsiteX4" fmla="*/ 190831 w 190831"/>
                  <a:gd name="connsiteY4" fmla="*/ 0 h 39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831" h="39762">
                    <a:moveTo>
                      <a:pt x="0" y="31806"/>
                    </a:moveTo>
                    <a:lnTo>
                      <a:pt x="0" y="31806"/>
                    </a:lnTo>
                    <a:cubicBezTo>
                      <a:pt x="33405" y="34843"/>
                      <a:pt x="97200" y="48080"/>
                      <a:pt x="135172" y="31806"/>
                    </a:cubicBezTo>
                    <a:cubicBezTo>
                      <a:pt x="140619" y="29471"/>
                      <a:pt x="140473" y="21204"/>
                      <a:pt x="143123" y="15903"/>
                    </a:cubicBezTo>
                    <a:lnTo>
                      <a:pt x="190831" y="0"/>
                    </a:lnTo>
                  </a:path>
                </a:pathLst>
              </a:custGeom>
              <a:noFill/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06CE600-A1F7-DC3D-9434-BBAB620B47CE}"/>
                  </a:ext>
                </a:extLst>
              </p:cNvPr>
              <p:cNvSpPr txBox="1"/>
              <p:nvPr/>
            </p:nvSpPr>
            <p:spPr>
              <a:xfrm>
                <a:off x="9742828" y="1992809"/>
                <a:ext cx="113156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Buffalo Bayou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68F3D53-AC5B-9137-93D4-921462D020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0125" y="2281963"/>
                <a:ext cx="182880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882F367-C41B-7812-BCDA-E7869A529FFB}"/>
                  </a:ext>
                </a:extLst>
              </p:cNvPr>
              <p:cNvSpPr txBox="1"/>
              <p:nvPr/>
            </p:nvSpPr>
            <p:spPr>
              <a:xfrm>
                <a:off x="9742828" y="2154140"/>
                <a:ext cx="113156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Major roadway</a:t>
                </a:r>
              </a:p>
            </p:txBody>
          </p: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4F29BBE-0BE2-81EF-DF3B-4757AD79D6D9}"/>
              </a:ext>
            </a:extLst>
          </p:cNvPr>
          <p:cNvSpPr txBox="1"/>
          <p:nvPr/>
        </p:nvSpPr>
        <p:spPr>
          <a:xfrm rot="16200000">
            <a:off x="940940" y="2441766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Beltway 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9282FF-BC90-FC9F-BF29-DB8AF4254F70}"/>
              </a:ext>
            </a:extLst>
          </p:cNvPr>
          <p:cNvSpPr txBox="1"/>
          <p:nvPr/>
        </p:nvSpPr>
        <p:spPr>
          <a:xfrm>
            <a:off x="5209942" y="1887034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I-10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CA07B4-DA2B-8F98-B327-6CC8E5EC2B80}"/>
              </a:ext>
            </a:extLst>
          </p:cNvPr>
          <p:cNvSpPr txBox="1"/>
          <p:nvPr/>
        </p:nvSpPr>
        <p:spPr>
          <a:xfrm rot="16676327">
            <a:off x="7746369" y="1935491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610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FB0727-3774-FC8F-C816-55F774322B00}"/>
              </a:ext>
            </a:extLst>
          </p:cNvPr>
          <p:cNvSpPr txBox="1"/>
          <p:nvPr/>
        </p:nvSpPr>
        <p:spPr>
          <a:xfrm>
            <a:off x="9808512" y="2355589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I-10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0448C5-572B-EB59-4C2F-C89BBDF7C1AF}"/>
              </a:ext>
            </a:extLst>
          </p:cNvPr>
          <p:cNvSpPr txBox="1"/>
          <p:nvPr/>
        </p:nvSpPr>
        <p:spPr>
          <a:xfrm rot="16676327">
            <a:off x="7423503" y="4699822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610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9A8ADF-16C4-89C7-470D-EEEF9DD2E82D}"/>
              </a:ext>
            </a:extLst>
          </p:cNvPr>
          <p:cNvSpPr txBox="1"/>
          <p:nvPr/>
        </p:nvSpPr>
        <p:spPr>
          <a:xfrm rot="16200000">
            <a:off x="1475449" y="4605625"/>
            <a:ext cx="723626" cy="172355"/>
          </a:xfrm>
          <a:prstGeom prst="rect">
            <a:avLst/>
          </a:prstGeom>
          <a:noFill/>
        </p:spPr>
        <p:txBody>
          <a:bodyPr wrap="square" lIns="9144" tIns="9144" rIns="9144" bIns="9144" rtlCol="0">
            <a:spAutoFit/>
          </a:bodyPr>
          <a:lstStyle/>
          <a:p>
            <a:pPr algn="ctr"/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Beltway 8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2533550-43A8-5CF5-DE50-1EAC6AA9F81D}"/>
              </a:ext>
            </a:extLst>
          </p:cNvPr>
          <p:cNvGrpSpPr/>
          <p:nvPr/>
        </p:nvGrpSpPr>
        <p:grpSpPr>
          <a:xfrm>
            <a:off x="9786579" y="4958359"/>
            <a:ext cx="340637" cy="438809"/>
            <a:chOff x="3199899" y="5666335"/>
            <a:chExt cx="340637" cy="438809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B443097-8D42-7972-1CAD-C127B4C5F631}"/>
                </a:ext>
              </a:extLst>
            </p:cNvPr>
            <p:cNvCxnSpPr/>
            <p:nvPr/>
          </p:nvCxnSpPr>
          <p:spPr>
            <a:xfrm flipV="1">
              <a:off x="3352800" y="5876544"/>
              <a:ext cx="0" cy="2286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847CD1-596A-A50D-DDDF-20EF88E1EE74}"/>
                </a:ext>
              </a:extLst>
            </p:cNvPr>
            <p:cNvSpPr txBox="1"/>
            <p:nvPr/>
          </p:nvSpPr>
          <p:spPr>
            <a:xfrm>
              <a:off x="3199899" y="5666335"/>
              <a:ext cx="3406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N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F9CA6C5-E25A-B1B8-BBD2-393CF6EF0765}"/>
              </a:ext>
            </a:extLst>
          </p:cNvPr>
          <p:cNvGrpSpPr/>
          <p:nvPr/>
        </p:nvGrpSpPr>
        <p:grpSpPr>
          <a:xfrm>
            <a:off x="10142922" y="5009246"/>
            <a:ext cx="1163833" cy="478093"/>
            <a:chOff x="5777876" y="5965664"/>
            <a:chExt cx="1163833" cy="47809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B85D711-9A67-A507-872C-F0CF283644FB}"/>
                </a:ext>
              </a:extLst>
            </p:cNvPr>
            <p:cNvGrpSpPr/>
            <p:nvPr/>
          </p:nvGrpSpPr>
          <p:grpSpPr>
            <a:xfrm>
              <a:off x="5777876" y="5965664"/>
              <a:ext cx="1150105" cy="276999"/>
              <a:chOff x="5777876" y="5965664"/>
              <a:chExt cx="1150105" cy="276999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59BF2D0-5943-F962-A522-B36C4ABD9E39}"/>
                  </a:ext>
                </a:extLst>
              </p:cNvPr>
              <p:cNvSpPr/>
              <p:nvPr/>
            </p:nvSpPr>
            <p:spPr>
              <a:xfrm>
                <a:off x="5777876" y="6184176"/>
                <a:ext cx="1060704" cy="3657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63044A0-3756-5D3F-3435-7AE020FDE8A4}"/>
                  </a:ext>
                </a:extLst>
              </p:cNvPr>
              <p:cNvSpPr txBox="1"/>
              <p:nvPr/>
            </p:nvSpPr>
            <p:spPr>
              <a:xfrm>
                <a:off x="5968404" y="5965664"/>
                <a:ext cx="95957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1 mile</a:t>
                </a: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A7E3ACF-3503-6507-FA18-1D7B376B7569}"/>
                </a:ext>
              </a:extLst>
            </p:cNvPr>
            <p:cNvSpPr txBox="1"/>
            <p:nvPr/>
          </p:nvSpPr>
          <p:spPr>
            <a:xfrm>
              <a:off x="5968404" y="6166758"/>
              <a:ext cx="9733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1.6 km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7663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47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Caroline Wachtman</dc:creator>
  <cp:lastModifiedBy>Caroline Wachtman</cp:lastModifiedBy>
  <cp:revision>3</cp:revision>
  <dcterms:created xsi:type="dcterms:W3CDTF">2025-05-04T16:22:01Z</dcterms:created>
  <dcterms:modified xsi:type="dcterms:W3CDTF">2025-05-14T01:16:33Z</dcterms:modified>
</cp:coreProperties>
</file>
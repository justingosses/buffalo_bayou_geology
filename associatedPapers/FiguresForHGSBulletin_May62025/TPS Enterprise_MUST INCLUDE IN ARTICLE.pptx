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7" autoAdjust="0"/>
    <p:restoredTop sz="94660"/>
  </p:normalViewPr>
  <p:slideViewPr>
    <p:cSldViewPr snapToGrid="0">
      <p:cViewPr varScale="1">
        <p:scale>
          <a:sx n="44" d="100"/>
          <a:sy n="44" d="100"/>
        </p:scale>
        <p:origin x="82" y="50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EC1C4-E135-C8C0-2D3C-132F93BD5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70D1FC-31BC-1AB4-C557-EBF94027BF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8B04E6-07B9-6148-48C9-6CD9E3632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851A9-7097-463B-9CC3-E69AB745B7D0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96811-55C8-7571-51A0-9FEB18277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EBD3F-8E50-8A95-6784-AFFA07004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4E648-2D5E-4AF0-8162-47ADB7574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456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F3317-69F3-8212-E8B1-AD9EC6CE4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24BB0-B6D6-F0BE-033E-867AAF8ED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DB81E7-89AB-D781-BB91-00B4180BA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851A9-7097-463B-9CC3-E69AB745B7D0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4B451C-3B74-1640-E065-78B5BD563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3E1F6-2D84-5A2D-FD82-2912BBC42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4E648-2D5E-4AF0-8162-47ADB7574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093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619E7-AAFB-2663-3ECC-4C28D265E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A4F72A-17EA-4DF6-2003-65433B653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42D53F-BE93-5F4B-DB99-BB14B58D2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851A9-7097-463B-9CC3-E69AB745B7D0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BF473-1B4A-F76A-6476-1E30D0239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603942-E5A6-DDED-FDED-F4EA680D6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4E648-2D5E-4AF0-8162-47ADB7574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852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DEE00-9030-19D0-35A4-00E34FCD2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B6F15-4A64-DC62-FC2D-877DFB3977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2CEEEB-F404-31A2-D36B-9E65120F1F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ADA0AC-C8B8-C88D-F006-CF9D8DA96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851A9-7097-463B-9CC3-E69AB745B7D0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FA00EE-014A-F957-7AAD-0108BE543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3B98E2-2F86-099A-9648-ABD7B0FEA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4E648-2D5E-4AF0-8162-47ADB7574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885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E780D-78D2-1ABB-AA7D-142FDACDB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DF7619-40F3-8EF9-4417-FD036328F5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21C73-4DF8-11CF-A702-535D400F2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E272F2-C07D-F559-F22B-9FF126062D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0686BF-C167-00ED-F8DD-50527ED625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28E398-4627-5366-9A77-FB784B3B0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851A9-7097-463B-9CC3-E69AB745B7D0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B9A8DF-892E-A5C8-F046-8227B9EF9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65ADD8-22BC-1518-C2A4-D4A503A60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4E648-2D5E-4AF0-8162-47ADB7574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619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DAD44-D6AD-8233-BFEC-B570D4B5A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1F3CAB-EC8E-40F6-34F8-5029F72C2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851A9-7097-463B-9CC3-E69AB745B7D0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CB6135-73DF-0C9C-CD3D-14CC97F5A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323A72-1F19-E839-66BD-C40F2A684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4E648-2D5E-4AF0-8162-47ADB7574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598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8CA979-2D85-B2DB-F94F-B320C2550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851A9-7097-463B-9CC3-E69AB745B7D0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D8C9EF-520B-7750-3D96-278CC9C82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0C295F-6459-C859-D480-CDD8D5713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4E648-2D5E-4AF0-8162-47ADB7574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000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F7755-FE5B-4289-4360-E6661F641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80E5A-7FAD-3DCA-8084-7D336F2F1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9476B8-81BD-D75D-8E85-6451116ED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6C96E8-CD6E-BFED-C432-DB0D871D0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851A9-7097-463B-9CC3-E69AB745B7D0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2483F5-B388-6533-8637-C2997A46F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8C132A-0BE1-7929-445C-3AC78EC7E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4E648-2D5E-4AF0-8162-47ADB7574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676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6EC23-1728-5680-D3FF-D58BB0A2D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75211E-1DFF-84BC-A43B-2F476D52D9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C3603B-1E0F-0DCB-37E9-414DE68912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EEB43B-A228-6075-7AC0-DD4041916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851A9-7097-463B-9CC3-E69AB745B7D0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7A29D1-90C0-DFF7-427E-5A3EDD0A0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7CC3CC-6CDB-373E-76E0-0A7AF5883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4E648-2D5E-4AF0-8162-47ADB7574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48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EC5C0-0221-9B25-2606-7A43226E7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1E885C-6EDF-3D74-92C3-36148E781F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FA08B-28F5-04D7-FD2A-51B76784C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851A9-7097-463B-9CC3-E69AB745B7D0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8B39BE-400A-2EF8-17C7-906AC42C0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D092DA-7BBC-B104-1A51-E0BED4353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4E648-2D5E-4AF0-8162-47ADB7574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457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74EDFC-CD75-0A65-85AC-6470FD6AED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380C5-246B-7DB5-AE20-26069C76BA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966A37-3768-6D87-8147-0B008CCEA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851A9-7097-463B-9CC3-E69AB745B7D0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A3BE49-3A15-1153-0311-9EDBB6AF1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D7E611-ABC9-754C-8A27-6A2CC360A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4E648-2D5E-4AF0-8162-47ADB7574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492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363DA4-D470-E4CB-B1DB-BEAC02803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9878B4-B800-C941-0A6F-1580FC9181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8EE31B-E0A6-9557-CA50-F9A285036A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0851A9-7097-463B-9CC3-E69AB745B7D0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0B2E73-E288-C80E-ACA3-5822D7B691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2002C-3F6C-9ADB-D840-A7A2473E0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64E648-2D5E-4AF0-8162-47ADB7574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893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FC4AEB4-A018-3E8D-C02C-E5CC21479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468" y="713996"/>
            <a:ext cx="7983064" cy="543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3985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Penny E Patterson</dc:creator>
  <cp:lastModifiedBy>Penny E Patterson</cp:lastModifiedBy>
  <cp:revision>1</cp:revision>
  <dcterms:created xsi:type="dcterms:W3CDTF">2025-05-08T20:23:41Z</dcterms:created>
  <dcterms:modified xsi:type="dcterms:W3CDTF">2025-05-08T20:24:45Z</dcterms:modified>
</cp:coreProperties>
</file>